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50" d="100"/>
          <a:sy n="50" d="100"/>
        </p:scale>
        <p:origin x="34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83573D-DC0A-755E-2C1A-744CBAB7C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AC86A2-FFD0-3742-E2E6-04DA87306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0A20EA-C690-BF43-8631-FAE41B79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4E7B75-17AE-B5F6-9CE6-D1C7512D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569B7-154A-D851-B6A9-1DA18496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70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C6FCF-1DA3-FDDE-37B5-3487EDB0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1210FD-99D0-11A1-FB42-007D7427F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3E8219-6A4B-1763-7E84-46416472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5B2E3C-CA68-BEE8-F4D8-0EEAD1AB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88C3BC-73FD-63EE-AD05-3A5563F1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0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61A393-56E4-2EB2-506F-ECE7B85E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05DC9E-35E2-0B33-4716-44BD902CD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51F73A-7730-B335-0FE5-8D442997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979663-AFD2-9B81-3A92-5FA137DC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A2F85D-4154-5177-F406-EA2A1A7C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10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F93F8-E00A-D1DC-7C4A-FCBEEF83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870669-54F2-532D-CC50-FE067B484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16968D-D523-B14A-74C5-4D844BCA1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7CC3A-ACAA-2134-8326-282DB282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05777F-F654-A74D-5A9F-1723EBE8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A5CC56-BDF8-485E-52FF-389AE8AF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017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25E40-7F20-8D8F-81EC-5381F527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6276CC-BB91-16F0-0814-21AE34E51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0AB6E3-A6D2-E318-26D8-03F8909BF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3C8C56-B086-9E33-FD3B-AC5B98443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43BF8A-997D-43D8-71E2-1317A936D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0728BB-736F-9DCD-7B65-F93B79E9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BCB494-3D0E-17C2-28F2-6EB4BC85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09AE5E0-ADFE-49C6-A1AA-74D0E04F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18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C2A6E-515F-8383-DCA4-F0B4C074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487E05-D51E-1A6B-5CC4-CA60E8F5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64FF7A-9C0D-0A6B-4CAE-A42DF3B3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B3905E-275E-0DA6-A3C8-7037B63D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932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53B1A9-B7FD-FF64-6849-0702C390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6503D0-C94D-414D-8BA3-52CE97FB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CFF541-777E-F9CD-745C-1CC6A967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54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7F078-0003-3ED5-E3C8-ED7A416F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427131-0F0A-ABF6-6A6C-614A2FE28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7AF4FA-045C-DC40-1890-6817F8C2D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8AB49D-AAC8-B614-80C3-80AA3CDC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E6BDF0-7FFC-09F3-00A5-DB5969CF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748E4C-DC22-3133-4190-50E0FE5D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19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69991A-3A40-397A-3013-748CB4BBA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B20FDC-D304-1BF7-6670-AAE9B8992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6B0DC8-D02F-D4C0-97E9-6FCBFDF65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C53271-440A-9948-6662-397B8AAB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1EC453-F2E5-8B3D-D59C-6AD09F01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2F8D6F-E7CC-14CA-23D0-094801AC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9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C9EB1-1826-60CE-CD57-DBBFD3E4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060D2E-E5B5-C6F1-91EA-E096862B4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50F17D-4118-C34A-AE19-3B560D15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68F6C7-4077-56C4-855B-D8BD6C51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1C881-DC4A-E0C6-D910-21042166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589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D58AFD-AA61-72A3-E2DD-DDC6FB085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112659-859E-F808-EBAC-F014DFD68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3185B5-6217-E088-DA57-4C3AA5AD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7AEAF-A27A-4B64-F919-19E90168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225B85-DFC3-F5A3-D879-9146188C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08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2718188-E669-A4A1-6943-FC5B0EDF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35F13-BB24-D5CD-CD99-4A58B1B32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D1A03A-ADB7-4196-8CD8-AA3779DDF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7114C-3B79-40E6-97CB-9DC38D0C0A3D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EBE3F1-B565-DDE9-9439-90F78E7A7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E5625-9C64-502E-0980-328420C13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3A02A-EC76-46D7-A698-94CB916A60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85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グループ化 132">
            <a:extLst>
              <a:ext uri="{FF2B5EF4-FFF2-40B4-BE49-F238E27FC236}">
                <a16:creationId xmlns:a16="http://schemas.microsoft.com/office/drawing/2014/main" id="{647B6A39-41BC-A6DC-8862-A8B4A63254EF}"/>
              </a:ext>
            </a:extLst>
          </p:cNvPr>
          <p:cNvGrpSpPr/>
          <p:nvPr/>
        </p:nvGrpSpPr>
        <p:grpSpPr>
          <a:xfrm>
            <a:off x="516729" y="221553"/>
            <a:ext cx="11158542" cy="6414894"/>
            <a:chOff x="197709" y="274664"/>
            <a:chExt cx="8729723" cy="5018599"/>
          </a:xfrm>
        </p:grpSpPr>
        <p:grpSp>
          <p:nvGrpSpPr>
            <p:cNvPr id="122" name="グループ化 121">
              <a:extLst>
                <a:ext uri="{FF2B5EF4-FFF2-40B4-BE49-F238E27FC236}">
                  <a16:creationId xmlns:a16="http://schemas.microsoft.com/office/drawing/2014/main" id="{CC1CBBAC-F64F-766F-5CC8-C0FFC18D3383}"/>
                </a:ext>
              </a:extLst>
            </p:cNvPr>
            <p:cNvGrpSpPr/>
            <p:nvPr/>
          </p:nvGrpSpPr>
          <p:grpSpPr>
            <a:xfrm>
              <a:off x="197709" y="274664"/>
              <a:ext cx="8729723" cy="5018599"/>
              <a:chOff x="197709" y="274664"/>
              <a:chExt cx="10372210" cy="5962842"/>
            </a:xfrm>
          </p:grpSpPr>
          <p:grpSp>
            <p:nvGrpSpPr>
              <p:cNvPr id="99" name="グループ化 98">
                <a:extLst>
                  <a:ext uri="{FF2B5EF4-FFF2-40B4-BE49-F238E27FC236}">
                    <a16:creationId xmlns:a16="http://schemas.microsoft.com/office/drawing/2014/main" id="{B512F359-9580-C512-9FD4-1E2BE64B5118}"/>
                  </a:ext>
                </a:extLst>
              </p:cNvPr>
              <p:cNvGrpSpPr/>
              <p:nvPr/>
            </p:nvGrpSpPr>
            <p:grpSpPr>
              <a:xfrm>
                <a:off x="197709" y="274664"/>
                <a:ext cx="10372210" cy="4730473"/>
                <a:chOff x="197708" y="274664"/>
                <a:chExt cx="11706515" cy="5339012"/>
              </a:xfrm>
            </p:grpSpPr>
            <p:sp>
              <p:nvSpPr>
                <p:cNvPr id="4" name="正方形/長方形 3">
                  <a:extLst>
                    <a:ext uri="{FF2B5EF4-FFF2-40B4-BE49-F238E27FC236}">
                      <a16:creationId xmlns:a16="http://schemas.microsoft.com/office/drawing/2014/main" id="{83533A19-B9DC-B21C-2982-F6FDBC245B56}"/>
                    </a:ext>
                  </a:extLst>
                </p:cNvPr>
                <p:cNvSpPr/>
                <p:nvPr/>
              </p:nvSpPr>
              <p:spPr>
                <a:xfrm>
                  <a:off x="197709" y="274664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600" dirty="0">
                      <a:solidFill>
                        <a:schemeClr val="tx1"/>
                      </a:solidFill>
                    </a:rPr>
                    <a:t>トップページ</a:t>
                  </a:r>
                  <a:endParaRPr lang="en-US" altLang="ja-JP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9A9E352F-14C6-9E38-AF8E-0998BBAB6F8E}"/>
                    </a:ext>
                  </a:extLst>
                </p:cNvPr>
                <p:cNvSpPr/>
                <p:nvPr/>
              </p:nvSpPr>
              <p:spPr>
                <a:xfrm>
                  <a:off x="197709" y="1278920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ログイン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BCC0CDDA-343C-3C3D-2C69-1A1DA620FCF2}"/>
                    </a:ext>
                  </a:extLst>
                </p:cNvPr>
                <p:cNvSpPr/>
                <p:nvPr/>
              </p:nvSpPr>
              <p:spPr>
                <a:xfrm>
                  <a:off x="2694529" y="2349942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ホーム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123C08CF-7B6F-EEE7-69CA-8E61D4DD4844}"/>
                    </a:ext>
                  </a:extLst>
                </p:cNvPr>
                <p:cNvSpPr/>
                <p:nvPr/>
              </p:nvSpPr>
              <p:spPr>
                <a:xfrm>
                  <a:off x="2686727" y="274664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新規登録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4" name="直線矢印コネクタ 23">
                  <a:extLst>
                    <a:ext uri="{FF2B5EF4-FFF2-40B4-BE49-F238E27FC236}">
                      <a16:creationId xmlns:a16="http://schemas.microsoft.com/office/drawing/2014/main" id="{D52C60B6-10AE-8A16-550A-1C563C3EBBD4}"/>
                    </a:ext>
                  </a:extLst>
                </p:cNvPr>
                <p:cNvCxnSpPr>
                  <a:stCxn id="4" idx="2"/>
                  <a:endCxn id="8" idx="0"/>
                </p:cNvCxnSpPr>
                <p:nvPr/>
              </p:nvCxnSpPr>
              <p:spPr>
                <a:xfrm>
                  <a:off x="1192428" y="756577"/>
                  <a:ext cx="0" cy="52234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矢印コネクタ 25">
                  <a:extLst>
                    <a:ext uri="{FF2B5EF4-FFF2-40B4-BE49-F238E27FC236}">
                      <a16:creationId xmlns:a16="http://schemas.microsoft.com/office/drawing/2014/main" id="{8A8C2405-25DA-3D7F-0CF4-07F9CCFDC51A}"/>
                    </a:ext>
                  </a:extLst>
                </p:cNvPr>
                <p:cNvCxnSpPr>
                  <a:stCxn id="4" idx="3"/>
                  <a:endCxn id="21" idx="1"/>
                </p:cNvCxnSpPr>
                <p:nvPr/>
              </p:nvCxnSpPr>
              <p:spPr>
                <a:xfrm>
                  <a:off x="2187146" y="515621"/>
                  <a:ext cx="49958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2A62C63A-B23F-7E3B-00F1-EDEBEB8B6DB1}"/>
                    </a:ext>
                  </a:extLst>
                </p:cNvPr>
                <p:cNvSpPr/>
                <p:nvPr/>
              </p:nvSpPr>
              <p:spPr>
                <a:xfrm>
                  <a:off x="197708" y="2349942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本人確認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正方形/長方形 35">
                  <a:extLst>
                    <a:ext uri="{FF2B5EF4-FFF2-40B4-BE49-F238E27FC236}">
                      <a16:creationId xmlns:a16="http://schemas.microsoft.com/office/drawing/2014/main" id="{0EA38A7E-5387-A3F1-3D02-16CE53F176CB}"/>
                    </a:ext>
                  </a:extLst>
                </p:cNvPr>
                <p:cNvSpPr/>
                <p:nvPr/>
              </p:nvSpPr>
              <p:spPr>
                <a:xfrm>
                  <a:off x="2686726" y="1259079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本人確認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8" name="直線矢印コネクタ 37">
                  <a:extLst>
                    <a:ext uri="{FF2B5EF4-FFF2-40B4-BE49-F238E27FC236}">
                      <a16:creationId xmlns:a16="http://schemas.microsoft.com/office/drawing/2014/main" id="{457B594E-3646-6C6F-4FB3-B7D149580209}"/>
                    </a:ext>
                  </a:extLst>
                </p:cNvPr>
                <p:cNvCxnSpPr>
                  <a:stCxn id="21" idx="2"/>
                  <a:endCxn id="36" idx="0"/>
                </p:cNvCxnSpPr>
                <p:nvPr/>
              </p:nvCxnSpPr>
              <p:spPr>
                <a:xfrm flipH="1">
                  <a:off x="3681445" y="756577"/>
                  <a:ext cx="1" cy="5025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矢印コネクタ 39">
                  <a:extLst>
                    <a:ext uri="{FF2B5EF4-FFF2-40B4-BE49-F238E27FC236}">
                      <a16:creationId xmlns:a16="http://schemas.microsoft.com/office/drawing/2014/main" id="{75DEBB5C-A565-9B20-BA5D-1130D320406F}"/>
                    </a:ext>
                  </a:extLst>
                </p:cNvPr>
                <p:cNvCxnSpPr>
                  <a:stCxn id="36" idx="2"/>
                  <a:endCxn id="10" idx="0"/>
                </p:cNvCxnSpPr>
                <p:nvPr/>
              </p:nvCxnSpPr>
              <p:spPr>
                <a:xfrm>
                  <a:off x="3681445" y="1740992"/>
                  <a:ext cx="7803" cy="60895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矢印コネクタ 41">
                  <a:extLst>
                    <a:ext uri="{FF2B5EF4-FFF2-40B4-BE49-F238E27FC236}">
                      <a16:creationId xmlns:a16="http://schemas.microsoft.com/office/drawing/2014/main" id="{5CB2045E-3FF8-26D9-8755-B5B909A36525}"/>
                    </a:ext>
                  </a:extLst>
                </p:cNvPr>
                <p:cNvCxnSpPr>
                  <a:stCxn id="8" idx="2"/>
                  <a:endCxn id="34" idx="0"/>
                </p:cNvCxnSpPr>
                <p:nvPr/>
              </p:nvCxnSpPr>
              <p:spPr>
                <a:xfrm flipH="1">
                  <a:off x="1192427" y="1760833"/>
                  <a:ext cx="1" cy="5891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矢印コネクタ 43">
                  <a:extLst>
                    <a:ext uri="{FF2B5EF4-FFF2-40B4-BE49-F238E27FC236}">
                      <a16:creationId xmlns:a16="http://schemas.microsoft.com/office/drawing/2014/main" id="{8310844A-6A42-B95E-C690-4FF0DD76AF3E}"/>
                    </a:ext>
                  </a:extLst>
                </p:cNvPr>
                <p:cNvCxnSpPr>
                  <a:stCxn id="34" idx="3"/>
                  <a:endCxn id="10" idx="1"/>
                </p:cNvCxnSpPr>
                <p:nvPr/>
              </p:nvCxnSpPr>
              <p:spPr>
                <a:xfrm>
                  <a:off x="2187145" y="2590899"/>
                  <a:ext cx="50738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矢印コネクタ 45">
                  <a:extLst>
                    <a:ext uri="{FF2B5EF4-FFF2-40B4-BE49-F238E27FC236}">
                      <a16:creationId xmlns:a16="http://schemas.microsoft.com/office/drawing/2014/main" id="{6F70CDEA-CD22-37CD-93E4-AD123EAD6CDF}"/>
                    </a:ext>
                  </a:extLst>
                </p:cNvPr>
                <p:cNvCxnSpPr/>
                <p:nvPr/>
              </p:nvCxnSpPr>
              <p:spPr>
                <a:xfrm>
                  <a:off x="2187145" y="756577"/>
                  <a:ext cx="507384" cy="15933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7" name="グループ化 76">
                  <a:extLst>
                    <a:ext uri="{FF2B5EF4-FFF2-40B4-BE49-F238E27FC236}">
                      <a16:creationId xmlns:a16="http://schemas.microsoft.com/office/drawing/2014/main" id="{4867805B-0EEA-21E3-834E-049D81387E5B}"/>
                    </a:ext>
                  </a:extLst>
                </p:cNvPr>
                <p:cNvGrpSpPr/>
                <p:nvPr/>
              </p:nvGrpSpPr>
              <p:grpSpPr>
                <a:xfrm>
                  <a:off x="5101281" y="2349943"/>
                  <a:ext cx="1989438" cy="2568279"/>
                  <a:chOff x="7508034" y="2349943"/>
                  <a:chExt cx="1989438" cy="2568279"/>
                </a:xfrm>
              </p:grpSpPr>
              <p:sp>
                <p:nvSpPr>
                  <p:cNvPr id="50" name="正方形/長方形 49">
                    <a:extLst>
                      <a:ext uri="{FF2B5EF4-FFF2-40B4-BE49-F238E27FC236}">
                        <a16:creationId xmlns:a16="http://schemas.microsoft.com/office/drawing/2014/main" id="{75FBBA75-F402-B1D7-12CF-FC97974B4E2B}"/>
                      </a:ext>
                    </a:extLst>
                  </p:cNvPr>
                  <p:cNvSpPr/>
                  <p:nvPr/>
                </p:nvSpPr>
                <p:spPr>
                  <a:xfrm>
                    <a:off x="7508035" y="2349943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出品機能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91827BD9-4F25-6D71-9234-9743048651F8}"/>
                      </a:ext>
                    </a:extLst>
                  </p:cNvPr>
                  <p:cNvSpPr/>
                  <p:nvPr/>
                </p:nvSpPr>
                <p:spPr>
                  <a:xfrm>
                    <a:off x="7508034" y="3740854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sz="1600" dirty="0">
                        <a:solidFill>
                          <a:schemeClr val="tx1"/>
                        </a:solidFill>
                      </a:rPr>
                      <a:t>出品内容編集</a:t>
                    </a:r>
                    <a:endParaRPr lang="en-US" altLang="ja-JP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" name="正方形/長方形 59">
                    <a:extLst>
                      <a:ext uri="{FF2B5EF4-FFF2-40B4-BE49-F238E27FC236}">
                        <a16:creationId xmlns:a16="http://schemas.microsoft.com/office/drawing/2014/main" id="{58CBB5BE-D6DC-6DE6-CA65-501628C645D4}"/>
                      </a:ext>
                    </a:extLst>
                  </p:cNvPr>
                  <p:cNvSpPr/>
                  <p:nvPr/>
                </p:nvSpPr>
                <p:spPr>
                  <a:xfrm>
                    <a:off x="7508034" y="3045399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出品一覧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正方形/長方形 61">
                    <a:extLst>
                      <a:ext uri="{FF2B5EF4-FFF2-40B4-BE49-F238E27FC236}">
                        <a16:creationId xmlns:a16="http://schemas.microsoft.com/office/drawing/2014/main" id="{0D9181B0-3716-B496-E8C8-36584AE262F5}"/>
                      </a:ext>
                    </a:extLst>
                  </p:cNvPr>
                  <p:cNvSpPr/>
                  <p:nvPr/>
                </p:nvSpPr>
                <p:spPr>
                  <a:xfrm>
                    <a:off x="7508034" y="4436309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sz="1600" dirty="0">
                        <a:solidFill>
                          <a:schemeClr val="tx1"/>
                        </a:solidFill>
                      </a:rPr>
                      <a:t>出品取り下げ</a:t>
                    </a:r>
                    <a:endParaRPr lang="en-US" altLang="ja-JP" sz="16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7AE4F8A4-2A45-F866-4001-9A6C356D3B7E}"/>
                      </a:ext>
                    </a:extLst>
                  </p:cNvPr>
                  <p:cNvCxnSpPr>
                    <a:stCxn id="50" idx="2"/>
                    <a:endCxn id="60" idx="0"/>
                  </p:cNvCxnSpPr>
                  <p:nvPr/>
                </p:nvCxnSpPr>
                <p:spPr>
                  <a:xfrm flipH="1">
                    <a:off x="8502753" y="2831856"/>
                    <a:ext cx="1" cy="2135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線コネクタ 65">
                    <a:extLst>
                      <a:ext uri="{FF2B5EF4-FFF2-40B4-BE49-F238E27FC236}">
                        <a16:creationId xmlns:a16="http://schemas.microsoft.com/office/drawing/2014/main" id="{40E593FF-7CF7-AE99-DBCD-C0A0385A7855}"/>
                      </a:ext>
                    </a:extLst>
                  </p:cNvPr>
                  <p:cNvCxnSpPr>
                    <a:stCxn id="60" idx="2"/>
                    <a:endCxn id="58" idx="0"/>
                  </p:cNvCxnSpPr>
                  <p:nvPr/>
                </p:nvCxnSpPr>
                <p:spPr>
                  <a:xfrm>
                    <a:off x="8502753" y="3527312"/>
                    <a:ext cx="0" cy="21354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線コネクタ 67">
                    <a:extLst>
                      <a:ext uri="{FF2B5EF4-FFF2-40B4-BE49-F238E27FC236}">
                        <a16:creationId xmlns:a16="http://schemas.microsoft.com/office/drawing/2014/main" id="{0A829B86-3ACB-3031-0905-518E55B1A6AE}"/>
                      </a:ext>
                    </a:extLst>
                  </p:cNvPr>
                  <p:cNvCxnSpPr>
                    <a:stCxn id="58" idx="2"/>
                    <a:endCxn id="62" idx="0"/>
                  </p:cNvCxnSpPr>
                  <p:nvPr/>
                </p:nvCxnSpPr>
                <p:spPr>
                  <a:xfrm>
                    <a:off x="8502753" y="4222767"/>
                    <a:ext cx="0" cy="21354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" name="グループ化 85">
                  <a:extLst>
                    <a:ext uri="{FF2B5EF4-FFF2-40B4-BE49-F238E27FC236}">
                      <a16:creationId xmlns:a16="http://schemas.microsoft.com/office/drawing/2014/main" id="{145271C3-3F3B-16F9-AB28-78BA6EF9894B}"/>
                    </a:ext>
                  </a:extLst>
                </p:cNvPr>
                <p:cNvGrpSpPr/>
                <p:nvPr/>
              </p:nvGrpSpPr>
              <p:grpSpPr>
                <a:xfrm>
                  <a:off x="7508034" y="2349943"/>
                  <a:ext cx="1989437" cy="3263733"/>
                  <a:chOff x="5101281" y="2349942"/>
                  <a:chExt cx="1989437" cy="3263733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619C2CB5-0075-3759-1D0B-02AB3C5EA951}"/>
                      </a:ext>
                    </a:extLst>
                  </p:cNvPr>
                  <p:cNvSpPr/>
                  <p:nvPr/>
                </p:nvSpPr>
                <p:spPr>
                  <a:xfrm>
                    <a:off x="5101281" y="2349942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商品売買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" name="正方形/長方形 69">
                    <a:extLst>
                      <a:ext uri="{FF2B5EF4-FFF2-40B4-BE49-F238E27FC236}">
                        <a16:creationId xmlns:a16="http://schemas.microsoft.com/office/drawing/2014/main" id="{5A89EBAD-BAB4-A327-FC8A-5AD9668689B1}"/>
                      </a:ext>
                    </a:extLst>
                  </p:cNvPr>
                  <p:cNvSpPr/>
                  <p:nvPr/>
                </p:nvSpPr>
                <p:spPr>
                  <a:xfrm>
                    <a:off x="5101281" y="3045398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sz="1200" dirty="0">
                        <a:solidFill>
                          <a:schemeClr val="tx1"/>
                        </a:solidFill>
                      </a:rPr>
                      <a:t>検索欄</a:t>
                    </a:r>
                    <a:r>
                      <a:rPr lang="en-US" altLang="ja-JP" sz="1200" dirty="0">
                        <a:solidFill>
                          <a:schemeClr val="tx1"/>
                        </a:solidFill>
                      </a:rPr>
                      <a:t>/</a:t>
                    </a:r>
                    <a:r>
                      <a:rPr lang="ja-JP" altLang="en-US" sz="1200" dirty="0">
                        <a:solidFill>
                          <a:schemeClr val="tx1"/>
                        </a:solidFill>
                      </a:rPr>
                      <a:t>フィルター</a:t>
                    </a:r>
                    <a:endParaRPr lang="en-US" altLang="ja-JP" sz="12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2" name="正方形/長方形 71">
                    <a:extLst>
                      <a:ext uri="{FF2B5EF4-FFF2-40B4-BE49-F238E27FC236}">
                        <a16:creationId xmlns:a16="http://schemas.microsoft.com/office/drawing/2014/main" id="{CCD7F61C-C1E3-F096-354F-DD7F414EE59D}"/>
                      </a:ext>
                    </a:extLst>
                  </p:cNvPr>
                  <p:cNvSpPr/>
                  <p:nvPr/>
                </p:nvSpPr>
                <p:spPr>
                  <a:xfrm>
                    <a:off x="5101281" y="3740854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カート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4" name="正方形/長方形 73">
                    <a:extLst>
                      <a:ext uri="{FF2B5EF4-FFF2-40B4-BE49-F238E27FC236}">
                        <a16:creationId xmlns:a16="http://schemas.microsoft.com/office/drawing/2014/main" id="{9CEE4BD5-8D05-26D7-BA34-BB4E250430C3}"/>
                      </a:ext>
                    </a:extLst>
                  </p:cNvPr>
                  <p:cNvSpPr/>
                  <p:nvPr/>
                </p:nvSpPr>
                <p:spPr>
                  <a:xfrm>
                    <a:off x="5101281" y="4436308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お気に入り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6" name="正方形/長方形 75">
                    <a:extLst>
                      <a:ext uri="{FF2B5EF4-FFF2-40B4-BE49-F238E27FC236}">
                        <a16:creationId xmlns:a16="http://schemas.microsoft.com/office/drawing/2014/main" id="{DE955A52-BB80-0CA0-59E1-EB3B786BBC0F}"/>
                      </a:ext>
                    </a:extLst>
                  </p:cNvPr>
                  <p:cNvSpPr/>
                  <p:nvPr/>
                </p:nvSpPr>
                <p:spPr>
                  <a:xfrm>
                    <a:off x="5101281" y="5131762"/>
                    <a:ext cx="1989437" cy="481913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ja-JP" altLang="en-US" dirty="0">
                        <a:solidFill>
                          <a:schemeClr val="tx1"/>
                        </a:solidFill>
                      </a:rPr>
                      <a:t>商品一覧</a:t>
                    </a:r>
                    <a:endParaRPr lang="en-US" altLang="ja-JP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79" name="直線コネクタ 78">
                    <a:extLst>
                      <a:ext uri="{FF2B5EF4-FFF2-40B4-BE49-F238E27FC236}">
                        <a16:creationId xmlns:a16="http://schemas.microsoft.com/office/drawing/2014/main" id="{CD719156-3CD7-4814-7A1A-08A8DED4EC7F}"/>
                      </a:ext>
                    </a:extLst>
                  </p:cNvPr>
                  <p:cNvCxnSpPr>
                    <a:stCxn id="48" idx="2"/>
                    <a:endCxn id="70" idx="0"/>
                  </p:cNvCxnSpPr>
                  <p:nvPr/>
                </p:nvCxnSpPr>
                <p:spPr>
                  <a:xfrm>
                    <a:off x="6096000" y="2831855"/>
                    <a:ext cx="0" cy="2135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線コネクタ 80">
                    <a:extLst>
                      <a:ext uri="{FF2B5EF4-FFF2-40B4-BE49-F238E27FC236}">
                        <a16:creationId xmlns:a16="http://schemas.microsoft.com/office/drawing/2014/main" id="{80C51022-3BAC-397B-058D-4F4C5F38D33F}"/>
                      </a:ext>
                    </a:extLst>
                  </p:cNvPr>
                  <p:cNvCxnSpPr>
                    <a:stCxn id="70" idx="2"/>
                    <a:endCxn id="72" idx="0"/>
                  </p:cNvCxnSpPr>
                  <p:nvPr/>
                </p:nvCxnSpPr>
                <p:spPr>
                  <a:xfrm>
                    <a:off x="6096000" y="3527311"/>
                    <a:ext cx="0" cy="21354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線コネクタ 82">
                    <a:extLst>
                      <a:ext uri="{FF2B5EF4-FFF2-40B4-BE49-F238E27FC236}">
                        <a16:creationId xmlns:a16="http://schemas.microsoft.com/office/drawing/2014/main" id="{DB357E09-D263-7A94-812A-4DC51DD2391F}"/>
                      </a:ext>
                    </a:extLst>
                  </p:cNvPr>
                  <p:cNvCxnSpPr>
                    <a:stCxn id="72" idx="2"/>
                    <a:endCxn id="74" idx="0"/>
                  </p:cNvCxnSpPr>
                  <p:nvPr/>
                </p:nvCxnSpPr>
                <p:spPr>
                  <a:xfrm>
                    <a:off x="6096000" y="4222767"/>
                    <a:ext cx="0" cy="21354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直線コネクタ 84">
                    <a:extLst>
                      <a:ext uri="{FF2B5EF4-FFF2-40B4-BE49-F238E27FC236}">
                        <a16:creationId xmlns:a16="http://schemas.microsoft.com/office/drawing/2014/main" id="{1D8BD173-E3CC-5431-26F7-FAC94EAE099A}"/>
                      </a:ext>
                    </a:extLst>
                  </p:cNvPr>
                  <p:cNvCxnSpPr>
                    <a:stCxn id="74" idx="2"/>
                    <a:endCxn id="76" idx="0"/>
                  </p:cNvCxnSpPr>
                  <p:nvPr/>
                </p:nvCxnSpPr>
                <p:spPr>
                  <a:xfrm>
                    <a:off x="6096000" y="4918221"/>
                    <a:ext cx="0" cy="21354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8" name="直線矢印コネクタ 87">
                  <a:extLst>
                    <a:ext uri="{FF2B5EF4-FFF2-40B4-BE49-F238E27FC236}">
                      <a16:creationId xmlns:a16="http://schemas.microsoft.com/office/drawing/2014/main" id="{D724321A-E75D-A2E0-0BAF-76B73A8BA066}"/>
                    </a:ext>
                  </a:extLst>
                </p:cNvPr>
                <p:cNvCxnSpPr>
                  <a:stCxn id="10" idx="3"/>
                  <a:endCxn id="50" idx="1"/>
                </p:cNvCxnSpPr>
                <p:nvPr/>
              </p:nvCxnSpPr>
              <p:spPr>
                <a:xfrm>
                  <a:off x="4683966" y="2590899"/>
                  <a:ext cx="417315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線コネクタ 89">
                  <a:extLst>
                    <a:ext uri="{FF2B5EF4-FFF2-40B4-BE49-F238E27FC236}">
                      <a16:creationId xmlns:a16="http://schemas.microsoft.com/office/drawing/2014/main" id="{51779D1C-7098-65FC-3074-56398AA963ED}"/>
                    </a:ext>
                  </a:extLst>
                </p:cNvPr>
                <p:cNvCxnSpPr>
                  <a:stCxn id="50" idx="3"/>
                  <a:endCxn id="48" idx="1"/>
                </p:cNvCxnSpPr>
                <p:nvPr/>
              </p:nvCxnSpPr>
              <p:spPr>
                <a:xfrm>
                  <a:off x="7090718" y="2590900"/>
                  <a:ext cx="41731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正方形/長方形 91">
                  <a:extLst>
                    <a:ext uri="{FF2B5EF4-FFF2-40B4-BE49-F238E27FC236}">
                      <a16:creationId xmlns:a16="http://schemas.microsoft.com/office/drawing/2014/main" id="{B4CE0FDD-DD4C-4EDC-64B3-B6C060DD4BCA}"/>
                    </a:ext>
                  </a:extLst>
                </p:cNvPr>
                <p:cNvSpPr/>
                <p:nvPr/>
              </p:nvSpPr>
              <p:spPr>
                <a:xfrm>
                  <a:off x="9914786" y="4436308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dirty="0">
                      <a:solidFill>
                        <a:schemeClr val="tx1"/>
                      </a:solidFill>
                    </a:rPr>
                    <a:t>お気に入り一覧</a:t>
                  </a:r>
                  <a:endParaRPr lang="en-US" altLang="ja-JP" sz="14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4" name="直線矢印コネクタ 93">
                  <a:extLst>
                    <a:ext uri="{FF2B5EF4-FFF2-40B4-BE49-F238E27FC236}">
                      <a16:creationId xmlns:a16="http://schemas.microsoft.com/office/drawing/2014/main" id="{727653A2-E50A-F590-CB0A-E3BAB365FCC6}"/>
                    </a:ext>
                  </a:extLst>
                </p:cNvPr>
                <p:cNvCxnSpPr>
                  <a:stCxn id="74" idx="3"/>
                  <a:endCxn id="92" idx="1"/>
                </p:cNvCxnSpPr>
                <p:nvPr/>
              </p:nvCxnSpPr>
              <p:spPr>
                <a:xfrm flipV="1">
                  <a:off x="9497471" y="4677265"/>
                  <a:ext cx="417315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6" name="正方形/長方形 95">
                  <a:extLst>
                    <a:ext uri="{FF2B5EF4-FFF2-40B4-BE49-F238E27FC236}">
                      <a16:creationId xmlns:a16="http://schemas.microsoft.com/office/drawing/2014/main" id="{578F9FE4-74BD-A743-67BC-2F2D6CC93104}"/>
                    </a:ext>
                  </a:extLst>
                </p:cNvPr>
                <p:cNvSpPr/>
                <p:nvPr/>
              </p:nvSpPr>
              <p:spPr>
                <a:xfrm>
                  <a:off x="9914786" y="3740854"/>
                  <a:ext cx="1989437" cy="48191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dirty="0">
                      <a:solidFill>
                        <a:schemeClr val="tx1"/>
                      </a:solidFill>
                    </a:rPr>
                    <a:t>カート一覧</a:t>
                  </a:r>
                  <a:endParaRPr lang="en-US" altLang="ja-JP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8" name="直線矢印コネクタ 97">
                  <a:extLst>
                    <a:ext uri="{FF2B5EF4-FFF2-40B4-BE49-F238E27FC236}">
                      <a16:creationId xmlns:a16="http://schemas.microsoft.com/office/drawing/2014/main" id="{027BD901-99A0-4EE0-4F5C-388C86F240B1}"/>
                    </a:ext>
                  </a:extLst>
                </p:cNvPr>
                <p:cNvCxnSpPr>
                  <a:stCxn id="72" idx="3"/>
                  <a:endCxn id="96" idx="1"/>
                </p:cNvCxnSpPr>
                <p:nvPr/>
              </p:nvCxnSpPr>
              <p:spPr>
                <a:xfrm flipV="1">
                  <a:off x="9497471" y="3981811"/>
                  <a:ext cx="417315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正方形/長方形 99">
                <a:extLst>
                  <a:ext uri="{FF2B5EF4-FFF2-40B4-BE49-F238E27FC236}">
                    <a16:creationId xmlns:a16="http://schemas.microsoft.com/office/drawing/2014/main" id="{D977B01D-8170-1409-4365-8E437516DA65}"/>
                  </a:ext>
                </a:extLst>
              </p:cNvPr>
              <p:cNvSpPr/>
              <p:nvPr/>
            </p:nvSpPr>
            <p:spPr>
              <a:xfrm>
                <a:off x="8807237" y="4578151"/>
                <a:ext cx="1762682" cy="4269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</a:rPr>
                  <a:t>商品詳細</a:t>
                </a:r>
              </a:p>
            </p:txBody>
          </p:sp>
          <p:cxnSp>
            <p:nvCxnSpPr>
              <p:cNvPr id="102" name="直線矢印コネクタ 101">
                <a:extLst>
                  <a:ext uri="{FF2B5EF4-FFF2-40B4-BE49-F238E27FC236}">
                    <a16:creationId xmlns:a16="http://schemas.microsoft.com/office/drawing/2014/main" id="{9C2CBE8F-E346-5A1D-1D7A-68E11CD1F60C}"/>
                  </a:ext>
                </a:extLst>
              </p:cNvPr>
              <p:cNvCxnSpPr>
                <a:stCxn id="76" idx="3"/>
                <a:endCxn id="100" idx="1"/>
              </p:cNvCxnSpPr>
              <p:nvPr/>
            </p:nvCxnSpPr>
            <p:spPr>
              <a:xfrm flipV="1">
                <a:off x="8437488" y="4791644"/>
                <a:ext cx="36974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正方形/長方形 103">
                <a:extLst>
                  <a:ext uri="{FF2B5EF4-FFF2-40B4-BE49-F238E27FC236}">
                    <a16:creationId xmlns:a16="http://schemas.microsoft.com/office/drawing/2014/main" id="{DFB2221D-5716-7E66-F4A8-A22347C435DC}"/>
                  </a:ext>
                </a:extLst>
              </p:cNvPr>
              <p:cNvSpPr/>
              <p:nvPr/>
            </p:nvSpPr>
            <p:spPr>
              <a:xfrm>
                <a:off x="8807237" y="5810521"/>
                <a:ext cx="1762682" cy="4269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</a:rPr>
                  <a:t>レビュー機能</a:t>
                </a:r>
              </a:p>
            </p:txBody>
          </p:sp>
          <p:sp>
            <p:nvSpPr>
              <p:cNvPr id="106" name="正方形/長方形 105">
                <a:extLst>
                  <a:ext uri="{FF2B5EF4-FFF2-40B4-BE49-F238E27FC236}">
                    <a16:creationId xmlns:a16="http://schemas.microsoft.com/office/drawing/2014/main" id="{163F671F-74EB-EE81-E5EF-E60DFF8E5094}"/>
                  </a:ext>
                </a:extLst>
              </p:cNvPr>
              <p:cNvSpPr/>
              <p:nvPr/>
            </p:nvSpPr>
            <p:spPr>
              <a:xfrm>
                <a:off x="8807237" y="5194336"/>
                <a:ext cx="1762682" cy="4269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評価機能</a:t>
                </a: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8AA274EF-8E45-EDAD-3D48-2ECD9F287739}"/>
                  </a:ext>
                </a:extLst>
              </p:cNvPr>
              <p:cNvCxnSpPr>
                <a:stCxn id="100" idx="2"/>
                <a:endCxn id="106" idx="0"/>
              </p:cNvCxnSpPr>
              <p:nvPr/>
            </p:nvCxnSpPr>
            <p:spPr>
              <a:xfrm>
                <a:off x="9688578" y="5005136"/>
                <a:ext cx="0" cy="1892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E1D054EF-CAC8-9FAC-A292-C3FA3AAB4178}"/>
                  </a:ext>
                </a:extLst>
              </p:cNvPr>
              <p:cNvCxnSpPr>
                <a:stCxn id="106" idx="2"/>
                <a:endCxn id="104" idx="0"/>
              </p:cNvCxnSpPr>
              <p:nvPr/>
            </p:nvCxnSpPr>
            <p:spPr>
              <a:xfrm>
                <a:off x="9688578" y="5621321"/>
                <a:ext cx="0" cy="1892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4" name="正方形/長方形 113">
                <a:extLst>
                  <a:ext uri="{FF2B5EF4-FFF2-40B4-BE49-F238E27FC236}">
                    <a16:creationId xmlns:a16="http://schemas.microsoft.com/office/drawing/2014/main" id="{6E238E5A-E2B9-6DEA-3B31-E29976F57772}"/>
                  </a:ext>
                </a:extLst>
              </p:cNvPr>
              <p:cNvSpPr/>
              <p:nvPr/>
            </p:nvSpPr>
            <p:spPr>
              <a:xfrm>
                <a:off x="2409943" y="2728182"/>
                <a:ext cx="1762682" cy="4269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</a:rPr>
                  <a:t>プロフィール</a:t>
                </a:r>
              </a:p>
            </p:txBody>
          </p:sp>
        </p:grp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DEEF5369-EEFC-2945-412F-26BD141561D5}"/>
                </a:ext>
              </a:extLst>
            </p:cNvPr>
            <p:cNvSpPr/>
            <p:nvPr/>
          </p:nvSpPr>
          <p:spPr>
            <a:xfrm>
              <a:off x="2053807" y="2879455"/>
              <a:ext cx="1483553" cy="3593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</a:rPr>
                <a:t>会員情報編集</a:t>
              </a:r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9573B5BC-24D4-8633-F684-F3ED32C702E4}"/>
                </a:ext>
              </a:extLst>
            </p:cNvPr>
            <p:cNvSpPr/>
            <p:nvPr/>
          </p:nvSpPr>
          <p:spPr>
            <a:xfrm>
              <a:off x="2053807" y="3396880"/>
              <a:ext cx="1483553" cy="3593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</a:rPr>
                <a:t>ユーザー設定</a:t>
              </a:r>
            </a:p>
          </p:txBody>
        </p:sp>
        <p:cxnSp>
          <p:nvCxnSpPr>
            <p:cNvPr id="128" name="直線矢印コネクタ 127">
              <a:extLst>
                <a:ext uri="{FF2B5EF4-FFF2-40B4-BE49-F238E27FC236}">
                  <a16:creationId xmlns:a16="http://schemas.microsoft.com/office/drawing/2014/main" id="{5ADD1EA5-1CD3-0EA8-D45A-E4A77EDFA135}"/>
                </a:ext>
              </a:extLst>
            </p:cNvPr>
            <p:cNvCxnSpPr>
              <a:stCxn id="10" idx="2"/>
              <a:endCxn id="114" idx="0"/>
            </p:cNvCxnSpPr>
            <p:nvPr/>
          </p:nvCxnSpPr>
          <p:spPr>
            <a:xfrm>
              <a:off x="2801403" y="2181600"/>
              <a:ext cx="0" cy="1580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D39CC5F8-D6E8-01DF-5358-220ECE79DAD3}"/>
                </a:ext>
              </a:extLst>
            </p:cNvPr>
            <p:cNvCxnSpPr>
              <a:stCxn id="114" idx="2"/>
              <a:endCxn id="124" idx="0"/>
            </p:cNvCxnSpPr>
            <p:nvPr/>
          </p:nvCxnSpPr>
          <p:spPr>
            <a:xfrm flipH="1">
              <a:off x="2795584" y="2699026"/>
              <a:ext cx="5819" cy="1804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50450E96-2470-5E63-DC41-584BE570B5E3}"/>
                </a:ext>
              </a:extLst>
            </p:cNvPr>
            <p:cNvCxnSpPr>
              <a:stCxn id="124" idx="2"/>
              <a:endCxn id="126" idx="0"/>
            </p:cNvCxnSpPr>
            <p:nvPr/>
          </p:nvCxnSpPr>
          <p:spPr>
            <a:xfrm>
              <a:off x="2795584" y="3238825"/>
              <a:ext cx="0" cy="1580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801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F83D988-DA64-AD06-91BF-CD298988D283}"/>
              </a:ext>
            </a:extLst>
          </p:cNvPr>
          <p:cNvSpPr/>
          <p:nvPr/>
        </p:nvSpPr>
        <p:spPr>
          <a:xfrm>
            <a:off x="495838" y="401210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CE79AB7-8F1C-4075-BB2A-816D3408C06D}"/>
              </a:ext>
            </a:extLst>
          </p:cNvPr>
          <p:cNvSpPr/>
          <p:nvPr/>
        </p:nvSpPr>
        <p:spPr>
          <a:xfrm>
            <a:off x="6590827" y="370806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出品機能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44D67F-E63C-110A-474D-F606D0BEFE4D}"/>
              </a:ext>
            </a:extLst>
          </p:cNvPr>
          <p:cNvSpPr/>
          <p:nvPr/>
        </p:nvSpPr>
        <p:spPr>
          <a:xfrm>
            <a:off x="6590826" y="1696610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出品内容編集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68AA8D9-7C8F-42DF-AEEA-20215514C69F}"/>
              </a:ext>
            </a:extLst>
          </p:cNvPr>
          <p:cNvSpPr/>
          <p:nvPr/>
        </p:nvSpPr>
        <p:spPr>
          <a:xfrm>
            <a:off x="6590826" y="1033708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出品一覧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5551CD2-421D-54A5-F3A5-D3BCF134BC7D}"/>
              </a:ext>
            </a:extLst>
          </p:cNvPr>
          <p:cNvSpPr/>
          <p:nvPr/>
        </p:nvSpPr>
        <p:spPr>
          <a:xfrm>
            <a:off x="6590826" y="235951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出品取り下げ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C13DC73-DC69-C149-C7BB-4C112343A94C}"/>
              </a:ext>
            </a:extLst>
          </p:cNvPr>
          <p:cNvSpPr/>
          <p:nvPr/>
        </p:nvSpPr>
        <p:spPr>
          <a:xfrm>
            <a:off x="8390094" y="370806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商品売買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867D33-8E4F-B5FD-88FC-C1313FBDE7BB}"/>
              </a:ext>
            </a:extLst>
          </p:cNvPr>
          <p:cNvSpPr/>
          <p:nvPr/>
        </p:nvSpPr>
        <p:spPr>
          <a:xfrm>
            <a:off x="8390094" y="1033708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検索欄</a:t>
            </a:r>
            <a:r>
              <a:rPr lang="en-US" altLang="ja-JP" sz="1200" dirty="0">
                <a:solidFill>
                  <a:schemeClr val="tx1"/>
                </a:solidFill>
              </a:rPr>
              <a:t>/</a:t>
            </a:r>
            <a:r>
              <a:rPr lang="ja-JP" altLang="en-US" sz="1200" dirty="0">
                <a:solidFill>
                  <a:schemeClr val="tx1"/>
                </a:solidFill>
              </a:rPr>
              <a:t>フィルター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47F15DE-0FAE-61BC-65BC-DF63A7F3FEF6}"/>
              </a:ext>
            </a:extLst>
          </p:cNvPr>
          <p:cNvSpPr/>
          <p:nvPr/>
        </p:nvSpPr>
        <p:spPr>
          <a:xfrm>
            <a:off x="8390094" y="1696610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カート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8C0CB06-E798-081E-58A9-67EC69989DEE}"/>
              </a:ext>
            </a:extLst>
          </p:cNvPr>
          <p:cNvSpPr/>
          <p:nvPr/>
        </p:nvSpPr>
        <p:spPr>
          <a:xfrm>
            <a:off x="8390094" y="235951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お気に入り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7F6A40-B9C8-527E-80A1-798E25BD7D62}"/>
              </a:ext>
            </a:extLst>
          </p:cNvPr>
          <p:cNvSpPr/>
          <p:nvPr/>
        </p:nvSpPr>
        <p:spPr>
          <a:xfrm>
            <a:off x="8390094" y="302241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商品一覧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D170DD7-0F58-EFF7-FC0E-82669DAC68F6}"/>
              </a:ext>
            </a:extLst>
          </p:cNvPr>
          <p:cNvSpPr/>
          <p:nvPr/>
        </p:nvSpPr>
        <p:spPr>
          <a:xfrm>
            <a:off x="10189361" y="235951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お気に入り一覧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B8AE1F0-4365-7847-F54C-A3F923A8573E}"/>
              </a:ext>
            </a:extLst>
          </p:cNvPr>
          <p:cNvSpPr/>
          <p:nvPr/>
        </p:nvSpPr>
        <p:spPr>
          <a:xfrm>
            <a:off x="10189361" y="1696610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カート一覧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9803679-5EAC-193F-8754-96FB5DA44D14}"/>
              </a:ext>
            </a:extLst>
          </p:cNvPr>
          <p:cNvSpPr/>
          <p:nvPr/>
        </p:nvSpPr>
        <p:spPr>
          <a:xfrm>
            <a:off x="10189361" y="302241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商品詳細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37BDCD8-A18A-4B21-6940-C641D301FF3A}"/>
              </a:ext>
            </a:extLst>
          </p:cNvPr>
          <p:cNvSpPr/>
          <p:nvPr/>
        </p:nvSpPr>
        <p:spPr>
          <a:xfrm>
            <a:off x="10189361" y="4348209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レビュー機能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371084E-48E8-6494-0D7F-5FEBA94145AE}"/>
              </a:ext>
            </a:extLst>
          </p:cNvPr>
          <p:cNvSpPr/>
          <p:nvPr/>
        </p:nvSpPr>
        <p:spPr>
          <a:xfrm>
            <a:off x="10189361" y="3685310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評価機能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D7EA0A8-0583-BDC8-4F05-5FC983CD1590}"/>
              </a:ext>
            </a:extLst>
          </p:cNvPr>
          <p:cNvSpPr/>
          <p:nvPr/>
        </p:nvSpPr>
        <p:spPr>
          <a:xfrm>
            <a:off x="495838" y="1062597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プロフィール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9B502B3-474E-5E67-D5CC-43EFF909E25A}"/>
              </a:ext>
            </a:extLst>
          </p:cNvPr>
          <p:cNvSpPr/>
          <p:nvPr/>
        </p:nvSpPr>
        <p:spPr>
          <a:xfrm>
            <a:off x="488400" y="1752581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会員情報編集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AC713EF-B48E-B654-D65D-8BF19AA1878F}"/>
              </a:ext>
            </a:extLst>
          </p:cNvPr>
          <p:cNvSpPr/>
          <p:nvPr/>
        </p:nvSpPr>
        <p:spPr>
          <a:xfrm>
            <a:off x="488400" y="2413966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ユーザー設定</a:t>
            </a: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22A98BB2-10CD-5B9F-53CF-A423D07B878D}"/>
              </a:ext>
            </a:extLst>
          </p:cNvPr>
          <p:cNvSpPr/>
          <p:nvPr/>
        </p:nvSpPr>
        <p:spPr>
          <a:xfrm>
            <a:off x="2488883" y="386124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画面切り替え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C510D29A-215F-4295-75CB-E2A70216266B}"/>
              </a:ext>
            </a:extLst>
          </p:cNvPr>
          <p:cNvSpPr/>
          <p:nvPr/>
        </p:nvSpPr>
        <p:spPr>
          <a:xfrm>
            <a:off x="4481928" y="386124"/>
            <a:ext cx="1529122" cy="406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アドバイス機能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F00EE946-093B-9A1A-B04E-4AD2C484D67B}"/>
              </a:ext>
            </a:extLst>
          </p:cNvPr>
          <p:cNvSpPr/>
          <p:nvPr/>
        </p:nvSpPr>
        <p:spPr>
          <a:xfrm>
            <a:off x="4481928" y="1062597"/>
            <a:ext cx="1529122" cy="1095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コーディネート</a:t>
            </a:r>
            <a:r>
              <a:rPr lang="en-US" altLang="ja-JP" dirty="0">
                <a:solidFill>
                  <a:schemeClr val="tx1"/>
                </a:solidFill>
              </a:rPr>
              <a:t>/</a:t>
            </a:r>
            <a:r>
              <a:rPr lang="ja-JP" altLang="en-US" dirty="0">
                <a:solidFill>
                  <a:schemeClr val="tx1"/>
                </a:solidFill>
              </a:rPr>
              <a:t>色彩調和の判定</a:t>
            </a:r>
            <a:endParaRPr lang="en-US" altLang="ja-JP" dirty="0">
              <a:solidFill>
                <a:schemeClr val="tx1"/>
              </a:solidFill>
            </a:endParaRPr>
          </a:p>
        </p:txBody>
      </p: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208D73B4-4476-5FBE-90D3-426F72FB3A42}"/>
              </a:ext>
            </a:extLst>
          </p:cNvPr>
          <p:cNvCxnSpPr>
            <a:stCxn id="119" idx="2"/>
            <a:endCxn id="121" idx="0"/>
          </p:cNvCxnSpPr>
          <p:nvPr/>
        </p:nvCxnSpPr>
        <p:spPr>
          <a:xfrm>
            <a:off x="5246489" y="792712"/>
            <a:ext cx="0" cy="2698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72862F36-B03A-7489-D103-DB504002AC72}"/>
              </a:ext>
            </a:extLst>
          </p:cNvPr>
          <p:cNvCxnSpPr>
            <a:stCxn id="117" idx="3"/>
            <a:endCxn id="119" idx="1"/>
          </p:cNvCxnSpPr>
          <p:nvPr/>
        </p:nvCxnSpPr>
        <p:spPr>
          <a:xfrm>
            <a:off x="4018005" y="589418"/>
            <a:ext cx="4639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6E95BA41-AFEF-ED60-9702-147616ACE508}"/>
              </a:ext>
            </a:extLst>
          </p:cNvPr>
          <p:cNvCxnSpPr>
            <a:stCxn id="119" idx="3"/>
            <a:endCxn id="7" idx="1"/>
          </p:cNvCxnSpPr>
          <p:nvPr/>
        </p:nvCxnSpPr>
        <p:spPr>
          <a:xfrm flipV="1">
            <a:off x="6011050" y="574100"/>
            <a:ext cx="579777" cy="153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EA76300D-D46B-FC56-C99D-524CF0BB1019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8119949" y="574100"/>
            <a:ext cx="2701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D44A9D6F-CDF9-971C-5623-BF5970294779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7355387" y="777394"/>
            <a:ext cx="1" cy="256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E487743D-B0EE-AAF5-F8D6-F3965F0A926B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7355387" y="1440296"/>
            <a:ext cx="0" cy="256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7688BFDC-692F-3696-0EAD-9AB618BCF11B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7355387" y="2103198"/>
            <a:ext cx="0" cy="2563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28D84FA4-7BD0-54EA-4272-72C3ADBFBD4A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9154655" y="777394"/>
            <a:ext cx="0" cy="256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4AEDD3C7-8B18-01D9-99E5-97F83C7C9997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9154655" y="1440296"/>
            <a:ext cx="0" cy="256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4867CD7C-3EF1-E009-346C-79BB417982C8}"/>
              </a:ext>
            </a:extLst>
          </p:cNvPr>
          <p:cNvCxnSpPr>
            <a:stCxn id="19" idx="2"/>
          </p:cNvCxnSpPr>
          <p:nvPr/>
        </p:nvCxnSpPr>
        <p:spPr>
          <a:xfrm>
            <a:off x="9154655" y="2103198"/>
            <a:ext cx="0" cy="411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942536BB-2AEA-67C0-2653-FB6E3F7C6471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9154655" y="2766099"/>
            <a:ext cx="0" cy="256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2184BC30-4B0A-8BA6-A1BD-779313AEFBC5}"/>
              </a:ext>
            </a:extLst>
          </p:cNvPr>
          <p:cNvCxnSpPr>
            <a:stCxn id="29" idx="2"/>
            <a:endCxn id="33" idx="0"/>
          </p:cNvCxnSpPr>
          <p:nvPr/>
        </p:nvCxnSpPr>
        <p:spPr>
          <a:xfrm>
            <a:off x="10953922" y="3428999"/>
            <a:ext cx="0" cy="256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6B5B3DA9-FFB1-D959-C2C8-848C6F63155A}"/>
              </a:ext>
            </a:extLst>
          </p:cNvPr>
          <p:cNvCxnSpPr>
            <a:stCxn id="33" idx="2"/>
            <a:endCxn id="31" idx="0"/>
          </p:cNvCxnSpPr>
          <p:nvPr/>
        </p:nvCxnSpPr>
        <p:spPr>
          <a:xfrm>
            <a:off x="10953922" y="4091898"/>
            <a:ext cx="0" cy="256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984664E0-4A27-2EDD-C8F4-6986DC340701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>
            <a:off x="9919216" y="1899904"/>
            <a:ext cx="270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EEF8B55C-CF33-B056-067D-7ACE4B77C566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9919216" y="2562805"/>
            <a:ext cx="270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9C11E3FA-0C49-09CF-F3EA-C25EF39CFAE4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>
            <a:off x="9919216" y="3225705"/>
            <a:ext cx="270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4CD8581D-CBB2-EE7F-2554-5D9312023711}"/>
              </a:ext>
            </a:extLst>
          </p:cNvPr>
          <p:cNvCxnSpPr>
            <a:stCxn id="5" idx="3"/>
            <a:endCxn id="117" idx="1"/>
          </p:cNvCxnSpPr>
          <p:nvPr/>
        </p:nvCxnSpPr>
        <p:spPr>
          <a:xfrm flipV="1">
            <a:off x="2024960" y="589418"/>
            <a:ext cx="463923" cy="15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642B7569-B8DF-02D5-A562-21454BA4A899}"/>
              </a:ext>
            </a:extLst>
          </p:cNvPr>
          <p:cNvCxnSpPr>
            <a:stCxn id="5" idx="2"/>
            <a:endCxn id="35" idx="0"/>
          </p:cNvCxnSpPr>
          <p:nvPr/>
        </p:nvCxnSpPr>
        <p:spPr>
          <a:xfrm>
            <a:off x="1260399" y="807798"/>
            <a:ext cx="0" cy="254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08CDDA31-AF23-FBEE-05FB-CB96D09DFA83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 flipH="1">
            <a:off x="1252961" y="1469185"/>
            <a:ext cx="7438" cy="2833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B9C40EC8-7F2E-3B23-0CFF-A7E2F038A2C5}"/>
              </a:ext>
            </a:extLst>
          </p:cNvPr>
          <p:cNvCxnSpPr>
            <a:stCxn id="37" idx="2"/>
            <a:endCxn id="39" idx="0"/>
          </p:cNvCxnSpPr>
          <p:nvPr/>
        </p:nvCxnSpPr>
        <p:spPr>
          <a:xfrm>
            <a:off x="1252961" y="2159169"/>
            <a:ext cx="0" cy="2547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65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88</Words>
  <Application>Microsoft Office PowerPoint</Application>
  <PresentationFormat>ワイド画面</PresentationFormat>
  <Paragraphs>44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NHIH12B20323 仲田ゆうじ</dc:creator>
  <cp:lastModifiedBy>NHIH12B20323 仲田ゆうじ</cp:lastModifiedBy>
  <cp:revision>2</cp:revision>
  <dcterms:created xsi:type="dcterms:W3CDTF">2026-07-10T02:03:04Z</dcterms:created>
  <dcterms:modified xsi:type="dcterms:W3CDTF">2026-07-10T03:05:38Z</dcterms:modified>
</cp:coreProperties>
</file>