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63" r:id="rId3"/>
    <p:sldId id="257" r:id="rId4"/>
    <p:sldId id="264" r:id="rId5"/>
    <p:sldId id="258" r:id="rId6"/>
    <p:sldId id="261" r:id="rId7"/>
    <p:sldId id="259" r:id="rId8"/>
    <p:sldId id="262" r:id="rId9"/>
    <p:sldId id="260"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A9A7B"/>
    <a:srgbClr val="785D48"/>
    <a:srgbClr val="5B4636"/>
    <a:srgbClr val="F5EEE6"/>
    <a:srgbClr val="E1D0C1"/>
    <a:srgbClr val="B97A56"/>
    <a:srgbClr val="EFE6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F7CE5A-6355-99E0-1453-BE7B880BF157}" v="14" dt="2026-07-07T10:20:00.986"/>
    <p1510:client id="{6294F8B3-8176-D39E-4103-CB2C75BF6BB8}" v="16" dt="2026-07-07T02:00:56.523"/>
    <p1510:client id="{8C2D290C-EC13-36CB-8947-907962CFF533}" v="5" dt="2026-07-07T06:49:06.072"/>
    <p1510:client id="{A4270242-E026-F860-AAA4-1B39B597719B}" v="105" dt="2026-07-07T05:52:48.275"/>
    <p1510:client id="{E514DBFA-7898-BD76-913A-4F68E944C9EE}" v="58" dt="2026-07-07T23:38:32.6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HIH12A20323 堀綾花" userId="S::nhs50188@nhs.hal.ac.jp::b5eaea46-c409-4ff6-8052-f9336262b92a" providerId="AD" clId="Web-{A4270242-E026-F860-AAA4-1B39B597719B}"/>
    <pc:docChg chg="modSld">
      <pc:chgData name="NHIH12A20323 堀綾花" userId="S::nhs50188@nhs.hal.ac.jp::b5eaea46-c409-4ff6-8052-f9336262b92a" providerId="AD" clId="Web-{A4270242-E026-F860-AAA4-1B39B597719B}" dt="2026-07-07T05:52:48.275" v="64" actId="1076"/>
      <pc:docMkLst>
        <pc:docMk/>
      </pc:docMkLst>
      <pc:sldChg chg="addSp modSp">
        <pc:chgData name="NHIH12A20323 堀綾花" userId="S::nhs50188@nhs.hal.ac.jp::b5eaea46-c409-4ff6-8052-f9336262b92a" providerId="AD" clId="Web-{A4270242-E026-F860-AAA4-1B39B597719B}" dt="2026-07-07T05:52:48.275" v="64" actId="1076"/>
        <pc:sldMkLst>
          <pc:docMk/>
          <pc:sldMk cId="3283083133" sldId="256"/>
        </pc:sldMkLst>
        <pc:spChg chg="add mod">
          <ac:chgData name="NHIH12A20323 堀綾花" userId="S::nhs50188@nhs.hal.ac.jp::b5eaea46-c409-4ff6-8052-f9336262b92a" providerId="AD" clId="Web-{A4270242-E026-F860-AAA4-1B39B597719B}" dt="2026-07-07T05:52:48.275" v="64" actId="1076"/>
          <ac:spMkLst>
            <pc:docMk/>
            <pc:sldMk cId="3283083133" sldId="256"/>
            <ac:spMk id="3" creationId="{86DDAAD4-0F2D-06BF-F870-23367D57D4CA}"/>
          </ac:spMkLst>
        </pc:spChg>
      </pc:sldChg>
      <pc:sldChg chg="addSp delSp modSp">
        <pc:chgData name="NHIH12A20323 堀綾花" userId="S::nhs50188@nhs.hal.ac.jp::b5eaea46-c409-4ff6-8052-f9336262b92a" providerId="AD" clId="Web-{A4270242-E026-F860-AAA4-1B39B597719B}" dt="2026-07-07T05:50:03.758" v="52" actId="20577"/>
        <pc:sldMkLst>
          <pc:docMk/>
          <pc:sldMk cId="2777141191" sldId="258"/>
        </pc:sldMkLst>
        <pc:spChg chg="add del mod">
          <ac:chgData name="NHIH12A20323 堀綾花" userId="S::nhs50188@nhs.hal.ac.jp::b5eaea46-c409-4ff6-8052-f9336262b92a" providerId="AD" clId="Web-{A4270242-E026-F860-AAA4-1B39B597719B}" dt="2026-07-07T05:50:03.758" v="52" actId="20577"/>
          <ac:spMkLst>
            <pc:docMk/>
            <pc:sldMk cId="2777141191" sldId="258"/>
            <ac:spMk id="4" creationId="{08B68CFE-0B60-9947-571B-89241CC71E49}"/>
          </ac:spMkLst>
        </pc:spChg>
      </pc:sldChg>
      <pc:sldChg chg="addSp delSp modSp">
        <pc:chgData name="NHIH12A20323 堀綾花" userId="S::nhs50188@nhs.hal.ac.jp::b5eaea46-c409-4ff6-8052-f9336262b92a" providerId="AD" clId="Web-{A4270242-E026-F860-AAA4-1B39B597719B}" dt="2026-07-07T05:47:45.960" v="30" actId="14100"/>
        <pc:sldMkLst>
          <pc:docMk/>
          <pc:sldMk cId="74431411" sldId="259"/>
        </pc:sldMkLst>
        <pc:spChg chg="del">
          <ac:chgData name="NHIH12A20323 堀綾花" userId="S::nhs50188@nhs.hal.ac.jp::b5eaea46-c409-4ff6-8052-f9336262b92a" providerId="AD" clId="Web-{A4270242-E026-F860-AAA4-1B39B597719B}" dt="2026-07-07T05:38:03.861" v="0"/>
          <ac:spMkLst>
            <pc:docMk/>
            <pc:sldMk cId="74431411" sldId="259"/>
            <ac:spMk id="33" creationId="{A74FCE3C-B851-9627-F4F9-BCD1C22FBB86}"/>
          </ac:spMkLst>
        </pc:spChg>
        <pc:picChg chg="add del mod">
          <ac:chgData name="NHIH12A20323 堀綾花" userId="S::nhs50188@nhs.hal.ac.jp::b5eaea46-c409-4ff6-8052-f9336262b92a" providerId="AD" clId="Web-{A4270242-E026-F860-AAA4-1B39B597719B}" dt="2026-07-07T05:38:19.486" v="3"/>
          <ac:picMkLst>
            <pc:docMk/>
            <pc:sldMk cId="74431411" sldId="259"/>
            <ac:picMk id="2" creationId="{43AD0FFD-E80C-BF8D-034A-1735331C2255}"/>
          </ac:picMkLst>
        </pc:picChg>
        <pc:picChg chg="add mod">
          <ac:chgData name="NHIH12A20323 堀綾花" userId="S::nhs50188@nhs.hal.ac.jp::b5eaea46-c409-4ff6-8052-f9336262b92a" providerId="AD" clId="Web-{A4270242-E026-F860-AAA4-1B39B597719B}" dt="2026-07-07T05:47:45.960" v="30" actId="14100"/>
          <ac:picMkLst>
            <pc:docMk/>
            <pc:sldMk cId="74431411" sldId="259"/>
            <ac:picMk id="3" creationId="{9C99ACAE-7F69-5715-9E41-53C06EB7EF25}"/>
          </ac:picMkLst>
        </pc:picChg>
      </pc:sldChg>
      <pc:sldChg chg="addSp delSp modSp">
        <pc:chgData name="NHIH12A20323 堀綾花" userId="S::nhs50188@nhs.hal.ac.jp::b5eaea46-c409-4ff6-8052-f9336262b92a" providerId="AD" clId="Web-{A4270242-E026-F860-AAA4-1B39B597719B}" dt="2026-07-07T05:47:10.506" v="25" actId="1076"/>
        <pc:sldMkLst>
          <pc:docMk/>
          <pc:sldMk cId="1567423463" sldId="262"/>
        </pc:sldMkLst>
        <pc:spChg chg="mod">
          <ac:chgData name="NHIH12A20323 堀綾花" userId="S::nhs50188@nhs.hal.ac.jp::b5eaea46-c409-4ff6-8052-f9336262b92a" providerId="AD" clId="Web-{A4270242-E026-F860-AAA4-1B39B597719B}" dt="2026-07-07T05:39:48.784" v="15" actId="20577"/>
          <ac:spMkLst>
            <pc:docMk/>
            <pc:sldMk cId="1567423463" sldId="262"/>
            <ac:spMk id="4" creationId="{5F9BBFA1-054F-707D-6E4B-209A69B212D5}"/>
          </ac:spMkLst>
        </pc:spChg>
        <pc:spChg chg="del mod">
          <ac:chgData name="NHIH12A20323 堀綾花" userId="S::nhs50188@nhs.hal.ac.jp::b5eaea46-c409-4ff6-8052-f9336262b92a" providerId="AD" clId="Web-{A4270242-E026-F860-AAA4-1B39B597719B}" dt="2026-07-07T05:38:26.221" v="5"/>
          <ac:spMkLst>
            <pc:docMk/>
            <pc:sldMk cId="1567423463" sldId="262"/>
            <ac:spMk id="6" creationId="{47681C6D-9911-D83B-D51A-EB04FF7A488B}"/>
          </ac:spMkLst>
        </pc:spChg>
        <pc:picChg chg="add del mod">
          <ac:chgData name="NHIH12A20323 堀綾花" userId="S::nhs50188@nhs.hal.ac.jp::b5eaea46-c409-4ff6-8052-f9336262b92a" providerId="AD" clId="Web-{A4270242-E026-F860-AAA4-1B39B597719B}" dt="2026-07-07T05:39:38.784" v="9"/>
          <ac:picMkLst>
            <pc:docMk/>
            <pc:sldMk cId="1567423463" sldId="262"/>
            <ac:picMk id="2" creationId="{A7822A27-26C0-1560-BCC3-71FE92AA0E70}"/>
          </ac:picMkLst>
        </pc:picChg>
        <pc:picChg chg="add del mod">
          <ac:chgData name="NHIH12A20323 堀綾花" userId="S::nhs50188@nhs.hal.ac.jp::b5eaea46-c409-4ff6-8052-f9336262b92a" providerId="AD" clId="Web-{A4270242-E026-F860-AAA4-1B39B597719B}" dt="2026-07-07T05:47:01.756" v="22"/>
          <ac:picMkLst>
            <pc:docMk/>
            <pc:sldMk cId="1567423463" sldId="262"/>
            <ac:picMk id="3" creationId="{A9F3F915-EA21-5967-648A-61BE04498793}"/>
          </ac:picMkLst>
        </pc:picChg>
        <pc:picChg chg="add mod">
          <ac:chgData name="NHIH12A20323 堀綾花" userId="S::nhs50188@nhs.hal.ac.jp::b5eaea46-c409-4ff6-8052-f9336262b92a" providerId="AD" clId="Web-{A4270242-E026-F860-AAA4-1B39B597719B}" dt="2026-07-07T05:47:10.506" v="25" actId="1076"/>
          <ac:picMkLst>
            <pc:docMk/>
            <pc:sldMk cId="1567423463" sldId="262"/>
            <ac:picMk id="8" creationId="{648B7B5E-2925-39A6-645D-8F326425A43D}"/>
          </ac:picMkLst>
        </pc:picChg>
      </pc:sldChg>
    </pc:docChg>
  </pc:docChgLst>
  <pc:docChgLst>
    <pc:chgData name="NHIH12A20323 堀綾花" userId="S::nhs50188@nhs.hal.ac.jp::b5eaea46-c409-4ff6-8052-f9336262b92a" providerId="AD" clId="Web-{E514DBFA-7898-BD76-913A-4F68E944C9EE}"/>
    <pc:docChg chg="modSld">
      <pc:chgData name="NHIH12A20323 堀綾花" userId="S::nhs50188@nhs.hal.ac.jp::b5eaea46-c409-4ff6-8052-f9336262b92a" providerId="AD" clId="Web-{E514DBFA-7898-BD76-913A-4F68E944C9EE}" dt="2026-07-07T23:38:32.615" v="35"/>
      <pc:docMkLst>
        <pc:docMk/>
      </pc:docMkLst>
      <pc:sldChg chg="addSp modSp">
        <pc:chgData name="NHIH12A20323 堀綾花" userId="S::nhs50188@nhs.hal.ac.jp::b5eaea46-c409-4ff6-8052-f9336262b92a" providerId="AD" clId="Web-{E514DBFA-7898-BD76-913A-4F68E944C9EE}" dt="2026-07-07T23:38:32.615" v="35"/>
        <pc:sldMkLst>
          <pc:docMk/>
          <pc:sldMk cId="3283083133" sldId="256"/>
        </pc:sldMkLst>
        <pc:spChg chg="mod">
          <ac:chgData name="NHIH12A20323 堀綾花" userId="S::nhs50188@nhs.hal.ac.jp::b5eaea46-c409-4ff6-8052-f9336262b92a" providerId="AD" clId="Web-{E514DBFA-7898-BD76-913A-4F68E944C9EE}" dt="2026-07-07T23:38:23.802" v="33" actId="1076"/>
          <ac:spMkLst>
            <pc:docMk/>
            <pc:sldMk cId="3283083133" sldId="256"/>
            <ac:spMk id="3" creationId="{86DDAAD4-0F2D-06BF-F870-23367D57D4CA}"/>
          </ac:spMkLst>
        </pc:spChg>
        <pc:spChg chg="add mod">
          <ac:chgData name="NHIH12A20323 堀綾花" userId="S::nhs50188@nhs.hal.ac.jp::b5eaea46-c409-4ff6-8052-f9336262b92a" providerId="AD" clId="Web-{E514DBFA-7898-BD76-913A-4F68E944C9EE}" dt="2026-07-07T23:37:15.270" v="23" actId="1076"/>
          <ac:spMkLst>
            <pc:docMk/>
            <pc:sldMk cId="3283083133" sldId="256"/>
            <ac:spMk id="4" creationId="{9F4F03F2-12B3-55DA-1B52-330C4088A743}"/>
          </ac:spMkLst>
        </pc:spChg>
        <pc:spChg chg="mod">
          <ac:chgData name="NHIH12A20323 堀綾花" userId="S::nhs50188@nhs.hal.ac.jp::b5eaea46-c409-4ff6-8052-f9336262b92a" providerId="AD" clId="Web-{E514DBFA-7898-BD76-913A-4F68E944C9EE}" dt="2026-07-07T23:38:32.615" v="35"/>
          <ac:spMkLst>
            <pc:docMk/>
            <pc:sldMk cId="3283083133" sldId="256"/>
            <ac:spMk id="11" creationId="{B77E88AA-7A3B-4341-0484-674C7AD7644B}"/>
          </ac:spMkLst>
        </pc:spChg>
      </pc:sldChg>
      <pc:sldChg chg="modSp">
        <pc:chgData name="NHIH12A20323 堀綾花" userId="S::nhs50188@nhs.hal.ac.jp::b5eaea46-c409-4ff6-8052-f9336262b92a" providerId="AD" clId="Web-{E514DBFA-7898-BD76-913A-4F68E944C9EE}" dt="2026-07-07T23:35:10.783" v="21" actId="20577"/>
        <pc:sldMkLst>
          <pc:docMk/>
          <pc:sldMk cId="3436312695" sldId="263"/>
        </pc:sldMkLst>
        <pc:spChg chg="mod">
          <ac:chgData name="NHIH12A20323 堀綾花" userId="S::nhs50188@nhs.hal.ac.jp::b5eaea46-c409-4ff6-8052-f9336262b92a" providerId="AD" clId="Web-{E514DBFA-7898-BD76-913A-4F68E944C9EE}" dt="2026-07-07T23:35:10.783" v="21" actId="20577"/>
          <ac:spMkLst>
            <pc:docMk/>
            <pc:sldMk cId="3436312695" sldId="263"/>
            <ac:spMk id="4" creationId="{76FAB9C3-5AAF-4DC1-A961-A6163DACEA9B}"/>
          </ac:spMkLst>
        </pc:spChg>
      </pc:sldChg>
    </pc:docChg>
  </pc:docChgLst>
  <pc:docChgLst>
    <pc:chgData name="NHIH12A20323 堀綾花" userId="S::nhs50188@nhs.hal.ac.jp::b5eaea46-c409-4ff6-8052-f9336262b92a" providerId="AD" clId="Web-{6294F8B3-8176-D39E-4103-CB2C75BF6BB8}"/>
    <pc:docChg chg="modSld sldOrd">
      <pc:chgData name="NHIH12A20323 堀綾花" userId="S::nhs50188@nhs.hal.ac.jp::b5eaea46-c409-4ff6-8052-f9336262b92a" providerId="AD" clId="Web-{6294F8B3-8176-D39E-4103-CB2C75BF6BB8}" dt="2026-07-07T02:00:56.523" v="15"/>
      <pc:docMkLst>
        <pc:docMk/>
      </pc:docMkLst>
      <pc:sldChg chg="modSp">
        <pc:chgData name="NHIH12A20323 堀綾花" userId="S::nhs50188@nhs.hal.ac.jp::b5eaea46-c409-4ff6-8052-f9336262b92a" providerId="AD" clId="Web-{6294F8B3-8176-D39E-4103-CB2C75BF6BB8}" dt="2026-07-07T02:00:39.788" v="13" actId="20577"/>
        <pc:sldMkLst>
          <pc:docMk/>
          <pc:sldMk cId="3283083133" sldId="256"/>
        </pc:sldMkLst>
        <pc:spChg chg="mod">
          <ac:chgData name="NHIH12A20323 堀綾花" userId="S::nhs50188@nhs.hal.ac.jp::b5eaea46-c409-4ff6-8052-f9336262b92a" providerId="AD" clId="Web-{6294F8B3-8176-D39E-4103-CB2C75BF6BB8}" dt="2026-07-07T02:00:39.788" v="13" actId="20577"/>
          <ac:spMkLst>
            <pc:docMk/>
            <pc:sldMk cId="3283083133" sldId="256"/>
            <ac:spMk id="11" creationId="{B77E88AA-7A3B-4341-0484-674C7AD7644B}"/>
          </ac:spMkLst>
        </pc:spChg>
        <pc:picChg chg="mod">
          <ac:chgData name="NHIH12A20323 堀綾花" userId="S::nhs50188@nhs.hal.ac.jp::b5eaea46-c409-4ff6-8052-f9336262b92a" providerId="AD" clId="Web-{6294F8B3-8176-D39E-4103-CB2C75BF6BB8}" dt="2026-07-07T01:59:49.130" v="3" actId="1076"/>
          <ac:picMkLst>
            <pc:docMk/>
            <pc:sldMk cId="3283083133" sldId="256"/>
            <ac:picMk id="5" creationId="{52AB99AE-E9B8-FC7A-0DAE-E3F5764D926D}"/>
          </ac:picMkLst>
        </pc:picChg>
      </pc:sldChg>
      <pc:sldChg chg="ord">
        <pc:chgData name="NHIH12A20323 堀綾花" userId="S::nhs50188@nhs.hal.ac.jp::b5eaea46-c409-4ff6-8052-f9336262b92a" providerId="AD" clId="Web-{6294F8B3-8176-D39E-4103-CB2C75BF6BB8}" dt="2026-07-07T02:00:53.960" v="14"/>
        <pc:sldMkLst>
          <pc:docMk/>
          <pc:sldMk cId="74431411" sldId="259"/>
        </pc:sldMkLst>
      </pc:sldChg>
      <pc:sldChg chg="ord">
        <pc:chgData name="NHIH12A20323 堀綾花" userId="S::nhs50188@nhs.hal.ac.jp::b5eaea46-c409-4ff6-8052-f9336262b92a" providerId="AD" clId="Web-{6294F8B3-8176-D39E-4103-CB2C75BF6BB8}" dt="2026-07-07T02:00:56.523" v="15"/>
        <pc:sldMkLst>
          <pc:docMk/>
          <pc:sldMk cId="1567423463" sldId="262"/>
        </pc:sldMkLst>
      </pc:sldChg>
    </pc:docChg>
  </pc:docChgLst>
  <pc:docChgLst>
    <pc:chgData name="NHIH12A20323 堀綾花" userId="S::nhs50188@nhs.hal.ac.jp::b5eaea46-c409-4ff6-8052-f9336262b92a" providerId="AD" clId="Web-{0AF7CE5A-6355-99E0-1453-BE7B880BF157}"/>
    <pc:docChg chg="modSld">
      <pc:chgData name="NHIH12A20323 堀綾花" userId="S::nhs50188@nhs.hal.ac.jp::b5eaea46-c409-4ff6-8052-f9336262b92a" providerId="AD" clId="Web-{0AF7CE5A-6355-99E0-1453-BE7B880BF157}" dt="2026-07-07T10:20:00.954" v="9" actId="20577"/>
      <pc:docMkLst>
        <pc:docMk/>
      </pc:docMkLst>
      <pc:sldChg chg="modSp">
        <pc:chgData name="NHIH12A20323 堀綾花" userId="S::nhs50188@nhs.hal.ac.jp::b5eaea46-c409-4ff6-8052-f9336262b92a" providerId="AD" clId="Web-{0AF7CE5A-6355-99E0-1453-BE7B880BF157}" dt="2026-07-07T10:20:00.954" v="9" actId="20577"/>
        <pc:sldMkLst>
          <pc:docMk/>
          <pc:sldMk cId="3283083133" sldId="256"/>
        </pc:sldMkLst>
        <pc:spChg chg="mod">
          <ac:chgData name="NHIH12A20323 堀綾花" userId="S::nhs50188@nhs.hal.ac.jp::b5eaea46-c409-4ff6-8052-f9336262b92a" providerId="AD" clId="Web-{0AF7CE5A-6355-99E0-1453-BE7B880BF157}" dt="2026-07-07T10:20:00.954" v="9" actId="20577"/>
          <ac:spMkLst>
            <pc:docMk/>
            <pc:sldMk cId="3283083133" sldId="256"/>
            <ac:spMk id="11" creationId="{B77E88AA-7A3B-4341-0484-674C7AD7644B}"/>
          </ac:spMkLst>
        </pc:spChg>
      </pc:sldChg>
      <pc:sldChg chg="addSp delSp modSp">
        <pc:chgData name="NHIH12A20323 堀綾花" userId="S::nhs50188@nhs.hal.ac.jp::b5eaea46-c409-4ff6-8052-f9336262b92a" providerId="AD" clId="Web-{0AF7CE5A-6355-99E0-1453-BE7B880BF157}" dt="2026-07-07T10:19:02.671" v="4" actId="1076"/>
        <pc:sldMkLst>
          <pc:docMk/>
          <pc:sldMk cId="74431411" sldId="259"/>
        </pc:sldMkLst>
        <pc:picChg chg="add mod">
          <ac:chgData name="NHIH12A20323 堀綾花" userId="S::nhs50188@nhs.hal.ac.jp::b5eaea46-c409-4ff6-8052-f9336262b92a" providerId="AD" clId="Web-{0AF7CE5A-6355-99E0-1453-BE7B880BF157}" dt="2026-07-07T10:19:02.671" v="4" actId="1076"/>
          <ac:picMkLst>
            <pc:docMk/>
            <pc:sldMk cId="74431411" sldId="259"/>
            <ac:picMk id="2" creationId="{43526E2D-C7CC-C4A0-E9B7-6F9E0CC856B1}"/>
          </ac:picMkLst>
        </pc:picChg>
        <pc:picChg chg="del">
          <ac:chgData name="NHIH12A20323 堀綾花" userId="S::nhs50188@nhs.hal.ac.jp::b5eaea46-c409-4ff6-8052-f9336262b92a" providerId="AD" clId="Web-{0AF7CE5A-6355-99E0-1453-BE7B880BF157}" dt="2026-07-07T10:18:50.749" v="1"/>
          <ac:picMkLst>
            <pc:docMk/>
            <pc:sldMk cId="74431411" sldId="259"/>
            <ac:picMk id="3" creationId="{9C99ACAE-7F69-5715-9E41-53C06EB7EF25}"/>
          </ac:picMkLst>
        </pc:picChg>
      </pc:sldChg>
      <pc:sldChg chg="addSp delSp modSp">
        <pc:chgData name="NHIH12A20323 堀綾花" userId="S::nhs50188@nhs.hal.ac.jp::b5eaea46-c409-4ff6-8052-f9336262b92a" providerId="AD" clId="Web-{0AF7CE5A-6355-99E0-1453-BE7B880BF157}" dt="2026-07-07T10:19:44.766" v="8" actId="1076"/>
        <pc:sldMkLst>
          <pc:docMk/>
          <pc:sldMk cId="1567423463" sldId="262"/>
        </pc:sldMkLst>
        <pc:picChg chg="add mod">
          <ac:chgData name="NHIH12A20323 堀綾花" userId="S::nhs50188@nhs.hal.ac.jp::b5eaea46-c409-4ff6-8052-f9336262b92a" providerId="AD" clId="Web-{0AF7CE5A-6355-99E0-1453-BE7B880BF157}" dt="2026-07-07T10:19:44.766" v="8" actId="1076"/>
          <ac:picMkLst>
            <pc:docMk/>
            <pc:sldMk cId="1567423463" sldId="262"/>
            <ac:picMk id="2" creationId="{134B331C-A40E-C374-FF5D-5CBDACBA7B09}"/>
          </ac:picMkLst>
        </pc:picChg>
        <pc:picChg chg="del">
          <ac:chgData name="NHIH12A20323 堀綾花" userId="S::nhs50188@nhs.hal.ac.jp::b5eaea46-c409-4ff6-8052-f9336262b92a" providerId="AD" clId="Web-{0AF7CE5A-6355-99E0-1453-BE7B880BF157}" dt="2026-07-07T10:19:10.093" v="5"/>
          <ac:picMkLst>
            <pc:docMk/>
            <pc:sldMk cId="1567423463" sldId="262"/>
            <ac:picMk id="8" creationId="{648B7B5E-2925-39A6-645D-8F326425A43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B527F9-01FA-42F2-B54D-80C6763202DD}" type="datetimeFigureOut">
              <a:rPr kumimoji="1" lang="ja-JP" altLang="en-US" smtClean="0"/>
              <a:t>2026/7/17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69D98C-F0B0-4993-8B8B-EC3FB2A0F580}" type="slidenum">
              <a:rPr kumimoji="1" lang="ja-JP" altLang="en-US" smtClean="0"/>
              <a:t>‹#›</a:t>
            </a:fld>
            <a:endParaRPr kumimoji="1" lang="ja-JP" altLang="en-US"/>
          </a:p>
        </p:txBody>
      </p:sp>
    </p:spTree>
    <p:extLst>
      <p:ext uri="{BB962C8B-B14F-4D97-AF65-F5344CB8AC3E}">
        <p14:creationId xmlns:p14="http://schemas.microsoft.com/office/powerpoint/2010/main" val="156870575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ja-JP" sz="1200" kern="1200">
                <a:solidFill>
                  <a:schemeClr val="tx1"/>
                </a:solidFill>
                <a:effectLst/>
                <a:latin typeface="+mn-lt"/>
                <a:ea typeface="+mn-ea"/>
                <a:cs typeface="+mn-cs"/>
              </a:rPr>
              <a:t>私たちのサービスは、物品をシェアする市場において、ハイエンド層とローエンド層の中間に位置するポジショニングを狙っています。 現在、ローエンド層にはメルカリや楽天ラクマといった低価格帯のフリマアプリが存在し、ハイエンド層にはココナラのような専門性の高いスキルシェアサービスが存在します。しかし、その中間に位置する『物品シェア</a:t>
            </a:r>
            <a:r>
              <a:rPr kumimoji="1" lang="en-US" altLang="ja-JP" sz="1200" kern="1200">
                <a:solidFill>
                  <a:schemeClr val="tx1"/>
                </a:solidFill>
                <a:effectLst/>
                <a:latin typeface="+mn-lt"/>
                <a:ea typeface="+mn-ea"/>
                <a:cs typeface="+mn-cs"/>
              </a:rPr>
              <a:t>×</a:t>
            </a:r>
            <a:r>
              <a:rPr kumimoji="1" lang="ja-JP" altLang="ja-JP" sz="1200" kern="1200">
                <a:solidFill>
                  <a:schemeClr val="tx1"/>
                </a:solidFill>
                <a:effectLst/>
                <a:latin typeface="+mn-lt"/>
                <a:ea typeface="+mn-ea"/>
                <a:cs typeface="+mn-cs"/>
              </a:rPr>
              <a:t>中価格帯』には競合が存在していません。私たちのサービスは、そこをターゲットにしたサービスを作っていきたいです。</a:t>
            </a:r>
          </a:p>
          <a:p>
            <a:endParaRPr kumimoji="1" lang="ja-JP" altLang="en-US"/>
          </a:p>
        </p:txBody>
      </p:sp>
      <p:sp>
        <p:nvSpPr>
          <p:cNvPr id="4" name="スライド番号プレースホルダー 3"/>
          <p:cNvSpPr>
            <a:spLocks noGrp="1"/>
          </p:cNvSpPr>
          <p:nvPr>
            <p:ph type="sldNum" sz="quarter" idx="5"/>
          </p:nvPr>
        </p:nvSpPr>
        <p:spPr/>
        <p:txBody>
          <a:bodyPr/>
          <a:lstStyle/>
          <a:p>
            <a:fld id="{9A69D98C-F0B0-4993-8B8B-EC3FB2A0F580}" type="slidenum">
              <a:rPr kumimoji="1" lang="ja-JP" altLang="en-US" smtClean="0"/>
              <a:t>4</a:t>
            </a:fld>
            <a:endParaRPr kumimoji="1" lang="ja-JP" altLang="en-US"/>
          </a:p>
        </p:txBody>
      </p:sp>
    </p:spTree>
    <p:extLst>
      <p:ext uri="{BB962C8B-B14F-4D97-AF65-F5344CB8AC3E}">
        <p14:creationId xmlns:p14="http://schemas.microsoft.com/office/powerpoint/2010/main" val="513356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ハンドメイド商品は主にアクセサリーなどの小物を対象にするので、ショップで買うよりも手に取りやすい値段になりやすいので、主婦の方が作ったハンドメイド商品を学生が買うといった形で運用できる</a:t>
            </a:r>
            <a:endParaRPr lang="en-US" altLang="ja-JP" sz="1200"/>
          </a:p>
          <a:p>
            <a:endParaRPr kumimoji="1" lang="ja-JP" altLang="en-US"/>
          </a:p>
        </p:txBody>
      </p:sp>
      <p:sp>
        <p:nvSpPr>
          <p:cNvPr id="4" name="スライド番号プレースホルダー 3"/>
          <p:cNvSpPr>
            <a:spLocks noGrp="1"/>
          </p:cNvSpPr>
          <p:nvPr>
            <p:ph type="sldNum" sz="quarter" idx="5"/>
          </p:nvPr>
        </p:nvSpPr>
        <p:spPr/>
        <p:txBody>
          <a:bodyPr/>
          <a:lstStyle/>
          <a:p>
            <a:fld id="{9A69D98C-F0B0-4993-8B8B-EC3FB2A0F580}" type="slidenum">
              <a:rPr kumimoji="1" lang="ja-JP" altLang="en-US" smtClean="0"/>
              <a:t>6</a:t>
            </a:fld>
            <a:endParaRPr kumimoji="1" lang="ja-JP" altLang="en-US"/>
          </a:p>
        </p:txBody>
      </p:sp>
    </p:spTree>
    <p:extLst>
      <p:ext uri="{BB962C8B-B14F-4D97-AF65-F5344CB8AC3E}">
        <p14:creationId xmlns:p14="http://schemas.microsoft.com/office/powerpoint/2010/main" val="1193016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9A69D98C-F0B0-4993-8B8B-EC3FB2A0F580}" type="slidenum">
              <a:rPr kumimoji="1" lang="ja-JP" altLang="en-US" smtClean="0"/>
              <a:t>7</a:t>
            </a:fld>
            <a:endParaRPr kumimoji="1" lang="ja-JP" altLang="en-US"/>
          </a:p>
        </p:txBody>
      </p:sp>
    </p:spTree>
    <p:extLst>
      <p:ext uri="{BB962C8B-B14F-4D97-AF65-F5344CB8AC3E}">
        <p14:creationId xmlns:p14="http://schemas.microsoft.com/office/powerpoint/2010/main" val="4074614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AB2BCF-E7A1-40B1-A085-EC5912BA5594}"/>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03F2C885-2877-87DA-C90C-EC849C4677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953C3F9-FC3B-31CA-6BD4-1CF19C0BA4AD}"/>
              </a:ext>
            </a:extLst>
          </p:cNvPr>
          <p:cNvSpPr>
            <a:spLocks noGrp="1"/>
          </p:cNvSpPr>
          <p:nvPr>
            <p:ph type="dt" sz="half" idx="10"/>
          </p:nvPr>
        </p:nvSpPr>
        <p:spPr/>
        <p:txBody>
          <a:bodyPr/>
          <a:lstStyle/>
          <a:p>
            <a:fld id="{C0ED0A39-5B23-4B70-8A4B-ADBE4037904E}" type="datetimeFigureOut">
              <a:rPr kumimoji="1" lang="ja-JP" altLang="en-US" smtClean="0"/>
              <a:t>2026/7/17</a:t>
            </a:fld>
            <a:endParaRPr kumimoji="1" lang="ja-JP" altLang="en-US"/>
          </a:p>
        </p:txBody>
      </p:sp>
      <p:sp>
        <p:nvSpPr>
          <p:cNvPr id="5" name="フッター プレースホルダー 4">
            <a:extLst>
              <a:ext uri="{FF2B5EF4-FFF2-40B4-BE49-F238E27FC236}">
                <a16:creationId xmlns:a16="http://schemas.microsoft.com/office/drawing/2014/main" id="{D655A93B-D511-9C63-BEB8-414030A0A32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D518A79-3340-442A-9D4C-2C9F7C67DB93}"/>
              </a:ext>
            </a:extLst>
          </p:cNvPr>
          <p:cNvSpPr>
            <a:spLocks noGrp="1"/>
          </p:cNvSpPr>
          <p:nvPr>
            <p:ph type="sldNum" sz="quarter" idx="12"/>
          </p:nvPr>
        </p:nvSpPr>
        <p:spPr/>
        <p:txBody>
          <a:bodyPr/>
          <a:lstStyle/>
          <a:p>
            <a:fld id="{2D6A3579-EAC4-42C0-9763-AFD626E06D7B}" type="slidenum">
              <a:rPr kumimoji="1" lang="ja-JP" altLang="en-US" smtClean="0"/>
              <a:t>‹#›</a:t>
            </a:fld>
            <a:endParaRPr kumimoji="1" lang="ja-JP" altLang="en-US"/>
          </a:p>
        </p:txBody>
      </p:sp>
    </p:spTree>
    <p:extLst>
      <p:ext uri="{BB962C8B-B14F-4D97-AF65-F5344CB8AC3E}">
        <p14:creationId xmlns:p14="http://schemas.microsoft.com/office/powerpoint/2010/main" val="2140309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100D8A-1C1F-78CE-AE9A-2E1E13405B4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4531059-C9AA-AAA2-9481-C0DFAC488D2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61C61BC-76BB-608C-77E6-769A58190B54}"/>
              </a:ext>
            </a:extLst>
          </p:cNvPr>
          <p:cNvSpPr>
            <a:spLocks noGrp="1"/>
          </p:cNvSpPr>
          <p:nvPr>
            <p:ph type="dt" sz="half" idx="10"/>
          </p:nvPr>
        </p:nvSpPr>
        <p:spPr/>
        <p:txBody>
          <a:bodyPr/>
          <a:lstStyle/>
          <a:p>
            <a:fld id="{C0ED0A39-5B23-4B70-8A4B-ADBE4037904E}" type="datetimeFigureOut">
              <a:rPr kumimoji="1" lang="ja-JP" altLang="en-US" smtClean="0"/>
              <a:t>2026/7/17</a:t>
            </a:fld>
            <a:endParaRPr kumimoji="1" lang="ja-JP" altLang="en-US"/>
          </a:p>
        </p:txBody>
      </p:sp>
      <p:sp>
        <p:nvSpPr>
          <p:cNvPr id="5" name="フッター プレースホルダー 4">
            <a:extLst>
              <a:ext uri="{FF2B5EF4-FFF2-40B4-BE49-F238E27FC236}">
                <a16:creationId xmlns:a16="http://schemas.microsoft.com/office/drawing/2014/main" id="{E78270AD-7E8D-A422-BB1F-97DFC633967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EE5479D-A328-E4FE-202E-3D2E4CB77131}"/>
              </a:ext>
            </a:extLst>
          </p:cNvPr>
          <p:cNvSpPr>
            <a:spLocks noGrp="1"/>
          </p:cNvSpPr>
          <p:nvPr>
            <p:ph type="sldNum" sz="quarter" idx="12"/>
          </p:nvPr>
        </p:nvSpPr>
        <p:spPr/>
        <p:txBody>
          <a:bodyPr/>
          <a:lstStyle/>
          <a:p>
            <a:fld id="{2D6A3579-EAC4-42C0-9763-AFD626E06D7B}" type="slidenum">
              <a:rPr kumimoji="1" lang="ja-JP" altLang="en-US" smtClean="0"/>
              <a:t>‹#›</a:t>
            </a:fld>
            <a:endParaRPr kumimoji="1" lang="ja-JP" altLang="en-US"/>
          </a:p>
        </p:txBody>
      </p:sp>
    </p:spTree>
    <p:extLst>
      <p:ext uri="{BB962C8B-B14F-4D97-AF65-F5344CB8AC3E}">
        <p14:creationId xmlns:p14="http://schemas.microsoft.com/office/powerpoint/2010/main" val="1466662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4E5E79-444F-F4CA-3FA6-DD8E4629642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9F21A88-7B58-A4EA-9A6C-CD463B1347D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D03BAE7-6EE3-F165-BFC2-D33B3CDA8946}"/>
              </a:ext>
            </a:extLst>
          </p:cNvPr>
          <p:cNvSpPr>
            <a:spLocks noGrp="1"/>
          </p:cNvSpPr>
          <p:nvPr>
            <p:ph type="dt" sz="half" idx="10"/>
          </p:nvPr>
        </p:nvSpPr>
        <p:spPr/>
        <p:txBody>
          <a:bodyPr/>
          <a:lstStyle/>
          <a:p>
            <a:fld id="{C0ED0A39-5B23-4B70-8A4B-ADBE4037904E}" type="datetimeFigureOut">
              <a:rPr kumimoji="1" lang="ja-JP" altLang="en-US" smtClean="0"/>
              <a:t>2026/7/17</a:t>
            </a:fld>
            <a:endParaRPr kumimoji="1" lang="ja-JP" altLang="en-US"/>
          </a:p>
        </p:txBody>
      </p:sp>
      <p:sp>
        <p:nvSpPr>
          <p:cNvPr id="5" name="フッター プレースホルダー 4">
            <a:extLst>
              <a:ext uri="{FF2B5EF4-FFF2-40B4-BE49-F238E27FC236}">
                <a16:creationId xmlns:a16="http://schemas.microsoft.com/office/drawing/2014/main" id="{4A321F33-DC71-E2C6-7D5D-FA06E085796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F0A41F5-5A15-625E-F36C-D15686D86DC7}"/>
              </a:ext>
            </a:extLst>
          </p:cNvPr>
          <p:cNvSpPr>
            <a:spLocks noGrp="1"/>
          </p:cNvSpPr>
          <p:nvPr>
            <p:ph type="sldNum" sz="quarter" idx="12"/>
          </p:nvPr>
        </p:nvSpPr>
        <p:spPr/>
        <p:txBody>
          <a:bodyPr/>
          <a:lstStyle/>
          <a:p>
            <a:fld id="{2D6A3579-EAC4-42C0-9763-AFD626E06D7B}" type="slidenum">
              <a:rPr kumimoji="1" lang="ja-JP" altLang="en-US" smtClean="0"/>
              <a:t>‹#›</a:t>
            </a:fld>
            <a:endParaRPr kumimoji="1" lang="ja-JP" altLang="en-US"/>
          </a:p>
        </p:txBody>
      </p:sp>
    </p:spTree>
    <p:extLst>
      <p:ext uri="{BB962C8B-B14F-4D97-AF65-F5344CB8AC3E}">
        <p14:creationId xmlns:p14="http://schemas.microsoft.com/office/powerpoint/2010/main" val="1506045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AF0F1A-A627-89B5-4300-3A1D78EEE57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AFF1999-FCED-8F4B-C33C-2480F12C8EC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BD1284BE-05D0-FD28-2D23-6B4AA6550C3D}"/>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C40D0B3-02E8-2710-F0F1-83D4040072B4}"/>
              </a:ext>
            </a:extLst>
          </p:cNvPr>
          <p:cNvSpPr>
            <a:spLocks noGrp="1"/>
          </p:cNvSpPr>
          <p:nvPr>
            <p:ph type="dt" sz="half" idx="10"/>
          </p:nvPr>
        </p:nvSpPr>
        <p:spPr/>
        <p:txBody>
          <a:bodyPr/>
          <a:lstStyle/>
          <a:p>
            <a:fld id="{C0ED0A39-5B23-4B70-8A4B-ADBE4037904E}" type="datetimeFigureOut">
              <a:rPr kumimoji="1" lang="ja-JP" altLang="en-US" smtClean="0"/>
              <a:t>2026/7/17</a:t>
            </a:fld>
            <a:endParaRPr kumimoji="1" lang="ja-JP" altLang="en-US"/>
          </a:p>
        </p:txBody>
      </p:sp>
      <p:sp>
        <p:nvSpPr>
          <p:cNvPr id="6" name="フッター プレースホルダー 5">
            <a:extLst>
              <a:ext uri="{FF2B5EF4-FFF2-40B4-BE49-F238E27FC236}">
                <a16:creationId xmlns:a16="http://schemas.microsoft.com/office/drawing/2014/main" id="{63224D4C-64E0-AB94-E16E-6CD104163DF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F5D34D0-D765-E22D-80F5-F36D60A0D5A0}"/>
              </a:ext>
            </a:extLst>
          </p:cNvPr>
          <p:cNvSpPr>
            <a:spLocks noGrp="1"/>
          </p:cNvSpPr>
          <p:nvPr>
            <p:ph type="sldNum" sz="quarter" idx="12"/>
          </p:nvPr>
        </p:nvSpPr>
        <p:spPr/>
        <p:txBody>
          <a:bodyPr/>
          <a:lstStyle/>
          <a:p>
            <a:fld id="{2D6A3579-EAC4-42C0-9763-AFD626E06D7B}" type="slidenum">
              <a:rPr kumimoji="1" lang="ja-JP" altLang="en-US" smtClean="0"/>
              <a:t>‹#›</a:t>
            </a:fld>
            <a:endParaRPr kumimoji="1" lang="ja-JP" altLang="en-US"/>
          </a:p>
        </p:txBody>
      </p:sp>
    </p:spTree>
    <p:extLst>
      <p:ext uri="{BB962C8B-B14F-4D97-AF65-F5344CB8AC3E}">
        <p14:creationId xmlns:p14="http://schemas.microsoft.com/office/powerpoint/2010/main" val="2353896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7084B8-0279-E0DF-A188-7E43D91D3EC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FD5B597-FC5C-DBD8-E478-D14531866B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9E26666-92CA-1C81-0529-96508EF01C6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2598263-6678-FE01-E2D7-DABD63EE6A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56AC222E-0D53-3E65-4D95-BAAB4C386E4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C832299-1919-9D77-064C-2B48645A967A}"/>
              </a:ext>
            </a:extLst>
          </p:cNvPr>
          <p:cNvSpPr>
            <a:spLocks noGrp="1"/>
          </p:cNvSpPr>
          <p:nvPr>
            <p:ph type="dt" sz="half" idx="10"/>
          </p:nvPr>
        </p:nvSpPr>
        <p:spPr/>
        <p:txBody>
          <a:bodyPr/>
          <a:lstStyle/>
          <a:p>
            <a:fld id="{C0ED0A39-5B23-4B70-8A4B-ADBE4037904E}" type="datetimeFigureOut">
              <a:rPr kumimoji="1" lang="ja-JP" altLang="en-US" smtClean="0"/>
              <a:t>2026/7/17</a:t>
            </a:fld>
            <a:endParaRPr kumimoji="1" lang="ja-JP" altLang="en-US"/>
          </a:p>
        </p:txBody>
      </p:sp>
      <p:sp>
        <p:nvSpPr>
          <p:cNvPr id="8" name="フッター プレースホルダー 7">
            <a:extLst>
              <a:ext uri="{FF2B5EF4-FFF2-40B4-BE49-F238E27FC236}">
                <a16:creationId xmlns:a16="http://schemas.microsoft.com/office/drawing/2014/main" id="{FAA0B70C-1E99-AA8B-D7CB-1F50D569A1D6}"/>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600B60A8-A649-8C1E-ED66-289B205EF68F}"/>
              </a:ext>
            </a:extLst>
          </p:cNvPr>
          <p:cNvSpPr>
            <a:spLocks noGrp="1"/>
          </p:cNvSpPr>
          <p:nvPr>
            <p:ph type="sldNum" sz="quarter" idx="12"/>
          </p:nvPr>
        </p:nvSpPr>
        <p:spPr/>
        <p:txBody>
          <a:bodyPr/>
          <a:lstStyle/>
          <a:p>
            <a:fld id="{2D6A3579-EAC4-42C0-9763-AFD626E06D7B}" type="slidenum">
              <a:rPr kumimoji="1" lang="ja-JP" altLang="en-US" smtClean="0"/>
              <a:t>‹#›</a:t>
            </a:fld>
            <a:endParaRPr kumimoji="1" lang="ja-JP" altLang="en-US"/>
          </a:p>
        </p:txBody>
      </p:sp>
    </p:spTree>
    <p:extLst>
      <p:ext uri="{BB962C8B-B14F-4D97-AF65-F5344CB8AC3E}">
        <p14:creationId xmlns:p14="http://schemas.microsoft.com/office/powerpoint/2010/main" val="3232357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C8189F3-5A8D-51C0-0181-C4AF277B250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401886E-8BDF-0063-D9DC-17E1DC657C48}"/>
              </a:ext>
            </a:extLst>
          </p:cNvPr>
          <p:cNvSpPr>
            <a:spLocks noGrp="1"/>
          </p:cNvSpPr>
          <p:nvPr>
            <p:ph type="dt" sz="half" idx="10"/>
          </p:nvPr>
        </p:nvSpPr>
        <p:spPr/>
        <p:txBody>
          <a:bodyPr/>
          <a:lstStyle/>
          <a:p>
            <a:fld id="{C0ED0A39-5B23-4B70-8A4B-ADBE4037904E}" type="datetimeFigureOut">
              <a:rPr kumimoji="1" lang="ja-JP" altLang="en-US" smtClean="0"/>
              <a:t>2026/7/17</a:t>
            </a:fld>
            <a:endParaRPr kumimoji="1" lang="ja-JP" altLang="en-US"/>
          </a:p>
        </p:txBody>
      </p:sp>
      <p:sp>
        <p:nvSpPr>
          <p:cNvPr id="4" name="フッター プレースホルダー 3">
            <a:extLst>
              <a:ext uri="{FF2B5EF4-FFF2-40B4-BE49-F238E27FC236}">
                <a16:creationId xmlns:a16="http://schemas.microsoft.com/office/drawing/2014/main" id="{F3C7A299-757D-ED7B-3F84-16E86B241DD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FF44ADD-BAA5-31BC-2087-73363C3179D4}"/>
              </a:ext>
            </a:extLst>
          </p:cNvPr>
          <p:cNvSpPr>
            <a:spLocks noGrp="1"/>
          </p:cNvSpPr>
          <p:nvPr>
            <p:ph type="sldNum" sz="quarter" idx="12"/>
          </p:nvPr>
        </p:nvSpPr>
        <p:spPr/>
        <p:txBody>
          <a:bodyPr/>
          <a:lstStyle/>
          <a:p>
            <a:fld id="{2D6A3579-EAC4-42C0-9763-AFD626E06D7B}" type="slidenum">
              <a:rPr kumimoji="1" lang="ja-JP" altLang="en-US" smtClean="0"/>
              <a:t>‹#›</a:t>
            </a:fld>
            <a:endParaRPr kumimoji="1" lang="ja-JP" altLang="en-US"/>
          </a:p>
        </p:txBody>
      </p:sp>
    </p:spTree>
    <p:extLst>
      <p:ext uri="{BB962C8B-B14F-4D97-AF65-F5344CB8AC3E}">
        <p14:creationId xmlns:p14="http://schemas.microsoft.com/office/powerpoint/2010/main" val="1255321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9AE35533-489A-F15F-8925-74C7C3C7C6E2}"/>
              </a:ext>
            </a:extLst>
          </p:cNvPr>
          <p:cNvSpPr>
            <a:spLocks noGrp="1"/>
          </p:cNvSpPr>
          <p:nvPr>
            <p:ph type="dt" sz="half" idx="10"/>
          </p:nvPr>
        </p:nvSpPr>
        <p:spPr/>
        <p:txBody>
          <a:bodyPr/>
          <a:lstStyle/>
          <a:p>
            <a:fld id="{C0ED0A39-5B23-4B70-8A4B-ADBE4037904E}" type="datetimeFigureOut">
              <a:rPr kumimoji="1" lang="ja-JP" altLang="en-US" smtClean="0"/>
              <a:t>2026/7/17</a:t>
            </a:fld>
            <a:endParaRPr kumimoji="1" lang="ja-JP" altLang="en-US"/>
          </a:p>
        </p:txBody>
      </p:sp>
      <p:sp>
        <p:nvSpPr>
          <p:cNvPr id="3" name="フッター プレースホルダー 2">
            <a:extLst>
              <a:ext uri="{FF2B5EF4-FFF2-40B4-BE49-F238E27FC236}">
                <a16:creationId xmlns:a16="http://schemas.microsoft.com/office/drawing/2014/main" id="{A0EAF57E-A677-78D6-098F-9C46CF2C8B7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E7DE805-9904-4480-B8A3-1A6CDD556445}"/>
              </a:ext>
            </a:extLst>
          </p:cNvPr>
          <p:cNvSpPr>
            <a:spLocks noGrp="1"/>
          </p:cNvSpPr>
          <p:nvPr>
            <p:ph type="sldNum" sz="quarter" idx="12"/>
          </p:nvPr>
        </p:nvSpPr>
        <p:spPr/>
        <p:txBody>
          <a:bodyPr/>
          <a:lstStyle/>
          <a:p>
            <a:fld id="{2D6A3579-EAC4-42C0-9763-AFD626E06D7B}" type="slidenum">
              <a:rPr kumimoji="1" lang="ja-JP" altLang="en-US" smtClean="0"/>
              <a:t>‹#›</a:t>
            </a:fld>
            <a:endParaRPr kumimoji="1" lang="ja-JP" altLang="en-US"/>
          </a:p>
        </p:txBody>
      </p:sp>
    </p:spTree>
    <p:extLst>
      <p:ext uri="{BB962C8B-B14F-4D97-AF65-F5344CB8AC3E}">
        <p14:creationId xmlns:p14="http://schemas.microsoft.com/office/powerpoint/2010/main" val="2739898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43349E-67A7-A4AD-345E-DDE4EBC36D7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C4A918C-F77E-9DE2-3060-1539D5152B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F4A152D-F63A-7408-50D3-DDDE48BBFD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0D7F9D6-39AC-A967-B9E0-D13E2EED7F97}"/>
              </a:ext>
            </a:extLst>
          </p:cNvPr>
          <p:cNvSpPr>
            <a:spLocks noGrp="1"/>
          </p:cNvSpPr>
          <p:nvPr>
            <p:ph type="dt" sz="half" idx="10"/>
          </p:nvPr>
        </p:nvSpPr>
        <p:spPr/>
        <p:txBody>
          <a:bodyPr/>
          <a:lstStyle/>
          <a:p>
            <a:fld id="{C0ED0A39-5B23-4B70-8A4B-ADBE4037904E}" type="datetimeFigureOut">
              <a:rPr kumimoji="1" lang="ja-JP" altLang="en-US" smtClean="0"/>
              <a:t>2026/7/17</a:t>
            </a:fld>
            <a:endParaRPr kumimoji="1" lang="ja-JP" altLang="en-US"/>
          </a:p>
        </p:txBody>
      </p:sp>
      <p:sp>
        <p:nvSpPr>
          <p:cNvPr id="6" name="フッター プレースホルダー 5">
            <a:extLst>
              <a:ext uri="{FF2B5EF4-FFF2-40B4-BE49-F238E27FC236}">
                <a16:creationId xmlns:a16="http://schemas.microsoft.com/office/drawing/2014/main" id="{2EA71808-BACE-EFE8-F247-2DCC83018D5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E4FD133-F74E-C29F-337E-D73983DF5DC0}"/>
              </a:ext>
            </a:extLst>
          </p:cNvPr>
          <p:cNvSpPr>
            <a:spLocks noGrp="1"/>
          </p:cNvSpPr>
          <p:nvPr>
            <p:ph type="sldNum" sz="quarter" idx="12"/>
          </p:nvPr>
        </p:nvSpPr>
        <p:spPr/>
        <p:txBody>
          <a:bodyPr/>
          <a:lstStyle/>
          <a:p>
            <a:fld id="{2D6A3579-EAC4-42C0-9763-AFD626E06D7B}" type="slidenum">
              <a:rPr kumimoji="1" lang="ja-JP" altLang="en-US" smtClean="0"/>
              <a:t>‹#›</a:t>
            </a:fld>
            <a:endParaRPr kumimoji="1" lang="ja-JP" altLang="en-US"/>
          </a:p>
        </p:txBody>
      </p:sp>
    </p:spTree>
    <p:extLst>
      <p:ext uri="{BB962C8B-B14F-4D97-AF65-F5344CB8AC3E}">
        <p14:creationId xmlns:p14="http://schemas.microsoft.com/office/powerpoint/2010/main" val="453390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F110DF-E601-D593-FA54-BD5D31E3FE4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85AA899-BCF6-0A58-085B-F87D9C038C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63ECEF3-AA27-868D-5689-B51F4F5747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506DB2C-1CC9-A7EB-68A3-89B78B7965F8}"/>
              </a:ext>
            </a:extLst>
          </p:cNvPr>
          <p:cNvSpPr>
            <a:spLocks noGrp="1"/>
          </p:cNvSpPr>
          <p:nvPr>
            <p:ph type="dt" sz="half" idx="10"/>
          </p:nvPr>
        </p:nvSpPr>
        <p:spPr/>
        <p:txBody>
          <a:bodyPr/>
          <a:lstStyle/>
          <a:p>
            <a:fld id="{C0ED0A39-5B23-4B70-8A4B-ADBE4037904E}" type="datetimeFigureOut">
              <a:rPr kumimoji="1" lang="ja-JP" altLang="en-US" smtClean="0"/>
              <a:t>2026/7/17</a:t>
            </a:fld>
            <a:endParaRPr kumimoji="1" lang="ja-JP" altLang="en-US"/>
          </a:p>
        </p:txBody>
      </p:sp>
      <p:sp>
        <p:nvSpPr>
          <p:cNvPr id="6" name="フッター プレースホルダー 5">
            <a:extLst>
              <a:ext uri="{FF2B5EF4-FFF2-40B4-BE49-F238E27FC236}">
                <a16:creationId xmlns:a16="http://schemas.microsoft.com/office/drawing/2014/main" id="{1BBE547C-570E-C97F-BAC9-09E020B6F59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0FE09D2-D755-4E90-47A9-9C90F6014D4E}"/>
              </a:ext>
            </a:extLst>
          </p:cNvPr>
          <p:cNvSpPr>
            <a:spLocks noGrp="1"/>
          </p:cNvSpPr>
          <p:nvPr>
            <p:ph type="sldNum" sz="quarter" idx="12"/>
          </p:nvPr>
        </p:nvSpPr>
        <p:spPr/>
        <p:txBody>
          <a:bodyPr/>
          <a:lstStyle/>
          <a:p>
            <a:fld id="{2D6A3579-EAC4-42C0-9763-AFD626E06D7B}" type="slidenum">
              <a:rPr kumimoji="1" lang="ja-JP" altLang="en-US" smtClean="0"/>
              <a:t>‹#›</a:t>
            </a:fld>
            <a:endParaRPr kumimoji="1" lang="ja-JP" altLang="en-US"/>
          </a:p>
        </p:txBody>
      </p:sp>
    </p:spTree>
    <p:extLst>
      <p:ext uri="{BB962C8B-B14F-4D97-AF65-F5344CB8AC3E}">
        <p14:creationId xmlns:p14="http://schemas.microsoft.com/office/powerpoint/2010/main" val="18735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7F9780-D6D9-24AE-955A-E91F1324EC3A}"/>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F8A637D-BEB7-1475-3192-C7BFE7C08CB2}"/>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8807C7C-7CAD-1E7A-56F9-565C9F69604D}"/>
              </a:ext>
            </a:extLst>
          </p:cNvPr>
          <p:cNvSpPr>
            <a:spLocks noGrp="1"/>
          </p:cNvSpPr>
          <p:nvPr>
            <p:ph type="dt" sz="half" idx="10"/>
          </p:nvPr>
        </p:nvSpPr>
        <p:spPr/>
        <p:txBody>
          <a:bodyPr/>
          <a:lstStyle/>
          <a:p>
            <a:fld id="{C0ED0A39-5B23-4B70-8A4B-ADBE4037904E}" type="datetimeFigureOut">
              <a:rPr kumimoji="1" lang="ja-JP" altLang="en-US" smtClean="0"/>
              <a:t>2026/7/17</a:t>
            </a:fld>
            <a:endParaRPr kumimoji="1" lang="ja-JP" altLang="en-US"/>
          </a:p>
        </p:txBody>
      </p:sp>
      <p:sp>
        <p:nvSpPr>
          <p:cNvPr id="5" name="フッター プレースホルダー 4">
            <a:extLst>
              <a:ext uri="{FF2B5EF4-FFF2-40B4-BE49-F238E27FC236}">
                <a16:creationId xmlns:a16="http://schemas.microsoft.com/office/drawing/2014/main" id="{4A973FAC-E346-2539-FA35-6541C9CAB88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7EB6A09-709B-6BF8-1AE6-A7C60AE103BD}"/>
              </a:ext>
            </a:extLst>
          </p:cNvPr>
          <p:cNvSpPr>
            <a:spLocks noGrp="1"/>
          </p:cNvSpPr>
          <p:nvPr>
            <p:ph type="sldNum" sz="quarter" idx="12"/>
          </p:nvPr>
        </p:nvSpPr>
        <p:spPr/>
        <p:txBody>
          <a:bodyPr/>
          <a:lstStyle/>
          <a:p>
            <a:fld id="{2D6A3579-EAC4-42C0-9763-AFD626E06D7B}" type="slidenum">
              <a:rPr kumimoji="1" lang="ja-JP" altLang="en-US" smtClean="0"/>
              <a:t>‹#›</a:t>
            </a:fld>
            <a:endParaRPr kumimoji="1" lang="ja-JP" altLang="en-US"/>
          </a:p>
        </p:txBody>
      </p:sp>
    </p:spTree>
    <p:extLst>
      <p:ext uri="{BB962C8B-B14F-4D97-AF65-F5344CB8AC3E}">
        <p14:creationId xmlns:p14="http://schemas.microsoft.com/office/powerpoint/2010/main" val="2921042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619A22B-79F8-6012-8F03-67CD7ABDA980}"/>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52D4F72-F858-1ED4-15EE-FAE3CD347D3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50F673C-F322-80ED-078E-6DC5883159A3}"/>
              </a:ext>
            </a:extLst>
          </p:cNvPr>
          <p:cNvSpPr>
            <a:spLocks noGrp="1"/>
          </p:cNvSpPr>
          <p:nvPr>
            <p:ph type="dt" sz="half" idx="10"/>
          </p:nvPr>
        </p:nvSpPr>
        <p:spPr/>
        <p:txBody>
          <a:bodyPr/>
          <a:lstStyle/>
          <a:p>
            <a:fld id="{C0ED0A39-5B23-4B70-8A4B-ADBE4037904E}" type="datetimeFigureOut">
              <a:rPr kumimoji="1" lang="ja-JP" altLang="en-US" smtClean="0"/>
              <a:t>2026/7/17</a:t>
            </a:fld>
            <a:endParaRPr kumimoji="1" lang="ja-JP" altLang="en-US"/>
          </a:p>
        </p:txBody>
      </p:sp>
      <p:sp>
        <p:nvSpPr>
          <p:cNvPr id="5" name="フッター プレースホルダー 4">
            <a:extLst>
              <a:ext uri="{FF2B5EF4-FFF2-40B4-BE49-F238E27FC236}">
                <a16:creationId xmlns:a16="http://schemas.microsoft.com/office/drawing/2014/main" id="{00D7CC4B-BDE5-C9DA-6B25-56D1A9E4E4E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507A6A6-21CD-403A-DE4B-F5F997CDC55F}"/>
              </a:ext>
            </a:extLst>
          </p:cNvPr>
          <p:cNvSpPr>
            <a:spLocks noGrp="1"/>
          </p:cNvSpPr>
          <p:nvPr>
            <p:ph type="sldNum" sz="quarter" idx="12"/>
          </p:nvPr>
        </p:nvSpPr>
        <p:spPr/>
        <p:txBody>
          <a:bodyPr/>
          <a:lstStyle/>
          <a:p>
            <a:fld id="{2D6A3579-EAC4-42C0-9763-AFD626E06D7B}" type="slidenum">
              <a:rPr kumimoji="1" lang="ja-JP" altLang="en-US" smtClean="0"/>
              <a:t>‹#›</a:t>
            </a:fld>
            <a:endParaRPr kumimoji="1" lang="ja-JP" altLang="en-US"/>
          </a:p>
        </p:txBody>
      </p:sp>
    </p:spTree>
    <p:extLst>
      <p:ext uri="{BB962C8B-B14F-4D97-AF65-F5344CB8AC3E}">
        <p14:creationId xmlns:p14="http://schemas.microsoft.com/office/powerpoint/2010/main" val="1064755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753ECFCA-A287-DC05-274E-C84ED0797A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41717E2-CB55-C224-216F-D4A36C77B1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3E2DB42-8ACD-A4FC-A983-2D111D0445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0ED0A39-5B23-4B70-8A4B-ADBE4037904E}" type="datetimeFigureOut">
              <a:rPr kumimoji="1" lang="ja-JP" altLang="en-US" smtClean="0"/>
              <a:t>2026/7/17</a:t>
            </a:fld>
            <a:endParaRPr kumimoji="1" lang="ja-JP" altLang="en-US"/>
          </a:p>
        </p:txBody>
      </p:sp>
      <p:sp>
        <p:nvSpPr>
          <p:cNvPr id="5" name="フッター プレースホルダー 4">
            <a:extLst>
              <a:ext uri="{FF2B5EF4-FFF2-40B4-BE49-F238E27FC236}">
                <a16:creationId xmlns:a16="http://schemas.microsoft.com/office/drawing/2014/main" id="{306C2788-C5E7-3019-0453-A6E3EF2CEA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E0347FF2-2B0A-7E03-19AF-B7F2E24B39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D6A3579-EAC4-42C0-9763-AFD626E06D7B}" type="slidenum">
              <a:rPr kumimoji="1" lang="ja-JP" altLang="en-US" smtClean="0"/>
              <a:t>‹#›</a:t>
            </a:fld>
            <a:endParaRPr kumimoji="1" lang="ja-JP" altLang="en-US"/>
          </a:p>
        </p:txBody>
      </p:sp>
    </p:spTree>
    <p:extLst>
      <p:ext uri="{BB962C8B-B14F-4D97-AF65-F5344CB8AC3E}">
        <p14:creationId xmlns:p14="http://schemas.microsoft.com/office/powerpoint/2010/main" val="10466405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jpeg"/><Relationship Id="rId7" Type="http://schemas.openxmlformats.org/officeDocument/2006/relationships/image" Target="../media/image9.png"/><Relationship Id="rId12" Type="http://schemas.openxmlformats.org/officeDocument/2006/relationships/image" Target="../media/image14.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jpeg"/><Relationship Id="rId11" Type="http://schemas.openxmlformats.org/officeDocument/2006/relationships/image" Target="../media/image13.jpe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jpeg"/><Relationship Id="rId9" Type="http://schemas.openxmlformats.org/officeDocument/2006/relationships/image" Target="../media/image11.png"/><Relationship Id="rId1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52AB99AE-E9B8-FC7A-0DAE-E3F5764D92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5522" cy="6858000"/>
          </a:xfrm>
          <a:prstGeom prst="rect">
            <a:avLst/>
          </a:prstGeom>
        </p:spPr>
      </p:pic>
      <p:sp>
        <p:nvSpPr>
          <p:cNvPr id="2" name="タイトル 1">
            <a:extLst>
              <a:ext uri="{FF2B5EF4-FFF2-40B4-BE49-F238E27FC236}">
                <a16:creationId xmlns:a16="http://schemas.microsoft.com/office/drawing/2014/main" id="{44EBDBDA-088E-17BE-F311-04BF5F5B4200}"/>
              </a:ext>
            </a:extLst>
          </p:cNvPr>
          <p:cNvSpPr>
            <a:spLocks noGrp="1"/>
          </p:cNvSpPr>
          <p:nvPr>
            <p:ph type="ctrTitle"/>
          </p:nvPr>
        </p:nvSpPr>
        <p:spPr>
          <a:xfrm>
            <a:off x="1665515" y="359229"/>
            <a:ext cx="2634343" cy="1594076"/>
          </a:xfrm>
        </p:spPr>
        <p:txBody>
          <a:bodyPr>
            <a:normAutofit/>
          </a:bodyPr>
          <a:lstStyle/>
          <a:p>
            <a:r>
              <a:rPr kumimoji="1" lang="en-US" altLang="ja-JP" sz="6600" b="1">
                <a:solidFill>
                  <a:srgbClr val="5B4636"/>
                </a:solidFill>
              </a:rPr>
              <a:t>H</a:t>
            </a:r>
            <a:r>
              <a:rPr kumimoji="1" lang="ja-JP" altLang="en-US" sz="6600" b="1">
                <a:solidFill>
                  <a:srgbClr val="5B4636"/>
                </a:solidFill>
              </a:rPr>
              <a:t>班</a:t>
            </a:r>
          </a:p>
        </p:txBody>
      </p:sp>
      <p:sp>
        <p:nvSpPr>
          <p:cNvPr id="11" name="タイトル 1">
            <a:extLst>
              <a:ext uri="{FF2B5EF4-FFF2-40B4-BE49-F238E27FC236}">
                <a16:creationId xmlns:a16="http://schemas.microsoft.com/office/drawing/2014/main" id="{B77E88AA-7A3B-4341-0484-674C7AD7644B}"/>
              </a:ext>
            </a:extLst>
          </p:cNvPr>
          <p:cNvSpPr txBox="1">
            <a:spLocks/>
          </p:cNvSpPr>
          <p:nvPr/>
        </p:nvSpPr>
        <p:spPr>
          <a:xfrm>
            <a:off x="3948275" y="2120975"/>
            <a:ext cx="4288971" cy="159407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ja-JP" altLang="en-US" sz="6600" b="1" dirty="0">
                <a:solidFill>
                  <a:srgbClr val="5B4636"/>
                </a:solidFill>
                <a:ea typeface="游ゴシック Light"/>
              </a:rPr>
              <a:t>Re:Tailor</a:t>
            </a:r>
          </a:p>
        </p:txBody>
      </p:sp>
      <p:sp>
        <p:nvSpPr>
          <p:cNvPr id="3" name="テキスト ボックス 2">
            <a:extLst>
              <a:ext uri="{FF2B5EF4-FFF2-40B4-BE49-F238E27FC236}">
                <a16:creationId xmlns:a16="http://schemas.microsoft.com/office/drawing/2014/main" id="{86DDAAD4-0F2D-06BF-F870-23367D57D4CA}"/>
              </a:ext>
            </a:extLst>
          </p:cNvPr>
          <p:cNvSpPr txBox="1"/>
          <p:nvPr/>
        </p:nvSpPr>
        <p:spPr>
          <a:xfrm>
            <a:off x="4147435" y="3882721"/>
            <a:ext cx="5486422"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2400" b="1" dirty="0">
                <a:solidFill>
                  <a:srgbClr val="785D48"/>
                </a:solidFill>
                <a:ea typeface="游ゴシック"/>
              </a:rPr>
              <a:t>誰かの手から誰かの手へ渡る</a:t>
            </a:r>
            <a:endParaRPr lang="en-US" altLang="ja-JP" sz="2400" b="1" dirty="0">
              <a:solidFill>
                <a:srgbClr val="785D48"/>
              </a:solidFill>
              <a:ea typeface="游ゴシック"/>
            </a:endParaRPr>
          </a:p>
          <a:p>
            <a:endParaRPr lang="en-US" altLang="ja-JP" b="1" dirty="0">
              <a:solidFill>
                <a:srgbClr val="785D48"/>
              </a:solidFill>
              <a:ea typeface="游ゴシック"/>
            </a:endParaRPr>
          </a:p>
          <a:p>
            <a:r>
              <a:rPr lang="en-US" altLang="ja-JP" b="1" dirty="0">
                <a:solidFill>
                  <a:srgbClr val="785D48"/>
                </a:solidFill>
                <a:ea typeface="游ゴシック"/>
              </a:rPr>
              <a:t>Re</a:t>
            </a:r>
            <a:r>
              <a:rPr lang="en-US" altLang="ja-JP" b="1" dirty="0">
                <a:solidFill>
                  <a:srgbClr val="785D48"/>
                </a:solidFill>
                <a:ea typeface="游ゴシック"/>
                <a:sym typeface="Wingdings" panose="05000000000000000000" pitchFamily="2" charset="2"/>
              </a:rPr>
              <a:t>:(</a:t>
            </a:r>
            <a:r>
              <a:rPr lang="ja-JP" altLang="en-US" b="1" dirty="0">
                <a:solidFill>
                  <a:srgbClr val="785D48"/>
                </a:solidFill>
                <a:ea typeface="游ゴシック"/>
                <a:sym typeface="Wingdings" panose="05000000000000000000" pitchFamily="2" charset="2"/>
              </a:rPr>
              <a:t>再び</a:t>
            </a:r>
            <a:r>
              <a:rPr lang="en-US" altLang="ja-JP" b="1" dirty="0">
                <a:solidFill>
                  <a:srgbClr val="785D48"/>
                </a:solidFill>
                <a:ea typeface="游ゴシック"/>
                <a:sym typeface="Wingdings" panose="05000000000000000000" pitchFamily="2" charset="2"/>
              </a:rPr>
              <a:t>) + Tailor(</a:t>
            </a:r>
            <a:r>
              <a:rPr lang="ja-JP" altLang="en-US" b="1" dirty="0">
                <a:solidFill>
                  <a:srgbClr val="785D48"/>
                </a:solidFill>
                <a:ea typeface="游ゴシック"/>
                <a:sym typeface="Wingdings" panose="05000000000000000000" pitchFamily="2" charset="2"/>
              </a:rPr>
              <a:t>仕立てる・直す</a:t>
            </a:r>
            <a:r>
              <a:rPr lang="en-US" altLang="ja-JP" b="1" dirty="0">
                <a:solidFill>
                  <a:srgbClr val="785D48"/>
                </a:solidFill>
                <a:ea typeface="游ゴシック"/>
                <a:sym typeface="Wingdings" panose="05000000000000000000" pitchFamily="2" charset="2"/>
              </a:rPr>
              <a:t>)</a:t>
            </a:r>
          </a:p>
        </p:txBody>
      </p:sp>
      <p:sp>
        <p:nvSpPr>
          <p:cNvPr id="4" name="テキスト ボックス 3">
            <a:extLst>
              <a:ext uri="{FF2B5EF4-FFF2-40B4-BE49-F238E27FC236}">
                <a16:creationId xmlns:a16="http://schemas.microsoft.com/office/drawing/2014/main" id="{9F4F03F2-12B3-55DA-1B52-330C4088A743}"/>
              </a:ext>
            </a:extLst>
          </p:cNvPr>
          <p:cNvSpPr txBox="1"/>
          <p:nvPr/>
        </p:nvSpPr>
        <p:spPr>
          <a:xfrm>
            <a:off x="1396977" y="5375090"/>
            <a:ext cx="871317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sz="2400">
                <a:solidFill>
                  <a:srgbClr val="785D48"/>
                </a:solidFill>
                <a:ea typeface="+mn-lt"/>
                <a:cs typeface="+mn-lt"/>
              </a:rPr>
              <a:t>古着をリメイクしたり、</a:t>
            </a:r>
            <a:endParaRPr lang="ja-JP" altLang="en-US" sz="2400">
              <a:solidFill>
                <a:srgbClr val="785D48"/>
              </a:solidFill>
              <a:ea typeface="游ゴシック" panose="020B0400000000000000" pitchFamily="34" charset="-128"/>
              <a:cs typeface="+mn-lt"/>
            </a:endParaRPr>
          </a:p>
          <a:p>
            <a:r>
              <a:rPr lang="ja-JP" sz="2400">
                <a:solidFill>
                  <a:srgbClr val="785D48"/>
                </a:solidFill>
                <a:ea typeface="+mn-lt"/>
                <a:cs typeface="+mn-lt"/>
              </a:rPr>
              <a:t>ハンドメイドで新しい価値を加えたりするイメージ</a:t>
            </a:r>
            <a:endParaRPr lang="ja-JP" sz="2400">
              <a:solidFill>
                <a:srgbClr val="785D48"/>
              </a:solidFill>
              <a:ea typeface="游ゴシック"/>
            </a:endParaRPr>
          </a:p>
        </p:txBody>
      </p:sp>
      <p:cxnSp>
        <p:nvCxnSpPr>
          <p:cNvPr id="7" name="直線コネクタ 6">
            <a:extLst>
              <a:ext uri="{FF2B5EF4-FFF2-40B4-BE49-F238E27FC236}">
                <a16:creationId xmlns:a16="http://schemas.microsoft.com/office/drawing/2014/main" id="{481D325A-20A5-AFDB-62CE-E7CD3F1093A8}"/>
              </a:ext>
            </a:extLst>
          </p:cNvPr>
          <p:cNvCxnSpPr/>
          <p:nvPr/>
        </p:nvCxnSpPr>
        <p:spPr>
          <a:xfrm>
            <a:off x="3420317" y="3570514"/>
            <a:ext cx="5344886" cy="0"/>
          </a:xfrm>
          <a:prstGeom prst="line">
            <a:avLst/>
          </a:prstGeom>
          <a:ln>
            <a:solidFill>
              <a:srgbClr val="785D48"/>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83083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7005F156-0CDE-772B-2C1D-916A1E6923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8" y="0"/>
            <a:ext cx="12185522" cy="6858000"/>
          </a:xfrm>
          <a:prstGeom prst="rect">
            <a:avLst/>
          </a:prstGeom>
        </p:spPr>
      </p:pic>
      <p:sp>
        <p:nvSpPr>
          <p:cNvPr id="5" name="テキスト ボックス 4">
            <a:extLst>
              <a:ext uri="{FF2B5EF4-FFF2-40B4-BE49-F238E27FC236}">
                <a16:creationId xmlns:a16="http://schemas.microsoft.com/office/drawing/2014/main" id="{D79FAAFA-7A41-8883-B342-4F07E09E3E3B}"/>
              </a:ext>
            </a:extLst>
          </p:cNvPr>
          <p:cNvSpPr txBox="1"/>
          <p:nvPr/>
        </p:nvSpPr>
        <p:spPr>
          <a:xfrm>
            <a:off x="1306286" y="543998"/>
            <a:ext cx="4555672" cy="584775"/>
          </a:xfrm>
          <a:prstGeom prst="rect">
            <a:avLst/>
          </a:prstGeom>
          <a:noFill/>
        </p:spPr>
        <p:txBody>
          <a:bodyPr wrap="square" rtlCol="0">
            <a:spAutoFit/>
          </a:bodyPr>
          <a:lstStyle/>
          <a:p>
            <a:r>
              <a:rPr lang="ja-JP" altLang="en-US" sz="3200" b="1" dirty="0">
                <a:solidFill>
                  <a:srgbClr val="5B4636"/>
                </a:solidFill>
              </a:rPr>
              <a:t>コンセプト</a:t>
            </a:r>
            <a:endParaRPr kumimoji="1" lang="ja-JP" altLang="en-US" sz="3200" b="1" dirty="0">
              <a:solidFill>
                <a:srgbClr val="5B4636"/>
              </a:solidFill>
            </a:endParaRPr>
          </a:p>
        </p:txBody>
      </p:sp>
      <p:sp>
        <p:nvSpPr>
          <p:cNvPr id="6" name="テキスト ボックス 5">
            <a:extLst>
              <a:ext uri="{FF2B5EF4-FFF2-40B4-BE49-F238E27FC236}">
                <a16:creationId xmlns:a16="http://schemas.microsoft.com/office/drawing/2014/main" id="{79D6AED7-D87F-E595-BD45-CA709FD6B203}"/>
              </a:ext>
            </a:extLst>
          </p:cNvPr>
          <p:cNvSpPr txBox="1"/>
          <p:nvPr/>
        </p:nvSpPr>
        <p:spPr>
          <a:xfrm>
            <a:off x="1178833" y="2245633"/>
            <a:ext cx="5882821" cy="1446550"/>
          </a:xfrm>
          <a:prstGeom prst="rect">
            <a:avLst/>
          </a:prstGeom>
          <a:noFill/>
        </p:spPr>
        <p:txBody>
          <a:bodyPr wrap="square" rtlCol="0">
            <a:spAutoFit/>
          </a:bodyPr>
          <a:lstStyle/>
          <a:p>
            <a:r>
              <a:rPr kumimoji="1" lang="ja-JP" altLang="en-US" sz="4400" b="1">
                <a:solidFill>
                  <a:srgbClr val="5B4636"/>
                </a:solidFill>
              </a:rPr>
              <a:t>わたしらしさ、</a:t>
            </a:r>
            <a:endParaRPr kumimoji="1" lang="en-US" altLang="ja-JP" sz="4400" b="1">
              <a:solidFill>
                <a:srgbClr val="5B4636"/>
              </a:solidFill>
            </a:endParaRPr>
          </a:p>
          <a:p>
            <a:r>
              <a:rPr lang="ja-JP" altLang="en-US" sz="4400" b="1">
                <a:solidFill>
                  <a:srgbClr val="5B4636"/>
                </a:solidFill>
              </a:rPr>
              <a:t>　　　</a:t>
            </a:r>
            <a:r>
              <a:rPr kumimoji="1" lang="ja-JP" altLang="en-US" sz="4400" b="1">
                <a:solidFill>
                  <a:srgbClr val="5B4636"/>
                </a:solidFill>
              </a:rPr>
              <a:t>見つかる場所</a:t>
            </a:r>
          </a:p>
        </p:txBody>
      </p:sp>
      <p:pic>
        <p:nvPicPr>
          <p:cNvPr id="2" name="グラフィックス 1" descr="寸法直しと仕立て 単色塗りつぶし">
            <a:extLst>
              <a:ext uri="{FF2B5EF4-FFF2-40B4-BE49-F238E27FC236}">
                <a16:creationId xmlns:a16="http://schemas.microsoft.com/office/drawing/2014/main" id="{EE3AFA63-5928-A607-8514-DE582D1F9A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1886" y="376169"/>
            <a:ext cx="914400" cy="914400"/>
          </a:xfrm>
          <a:prstGeom prst="rect">
            <a:avLst/>
          </a:prstGeom>
        </p:spPr>
      </p:pic>
      <p:sp>
        <p:nvSpPr>
          <p:cNvPr id="4" name="テキスト ボックス 3">
            <a:extLst>
              <a:ext uri="{FF2B5EF4-FFF2-40B4-BE49-F238E27FC236}">
                <a16:creationId xmlns:a16="http://schemas.microsoft.com/office/drawing/2014/main" id="{76FAB9C3-5AAF-4DC1-A961-A6163DACEA9B}"/>
              </a:ext>
            </a:extLst>
          </p:cNvPr>
          <p:cNvSpPr txBox="1"/>
          <p:nvPr/>
        </p:nvSpPr>
        <p:spPr>
          <a:xfrm>
            <a:off x="1687287" y="4232878"/>
            <a:ext cx="8164286" cy="2256580"/>
          </a:xfrm>
          <a:prstGeom prst="rect">
            <a:avLst/>
          </a:prstGeom>
          <a:noFill/>
        </p:spPr>
        <p:txBody>
          <a:bodyPr wrap="square" lIns="91440" tIns="45720" rIns="91440" bIns="45720" rtlCol="0" anchor="t">
            <a:spAutoFit/>
          </a:bodyPr>
          <a:lstStyle/>
          <a:p>
            <a:pPr>
              <a:lnSpc>
                <a:spcPct val="150000"/>
              </a:lnSpc>
            </a:pPr>
            <a:r>
              <a:rPr kumimoji="1" lang="ja-JP" altLang="en-US" sz="2400" dirty="0">
                <a:solidFill>
                  <a:srgbClr val="5B4636"/>
                </a:solidFill>
              </a:rPr>
              <a:t>古着とハンドメイドを通して、</a:t>
            </a:r>
            <a:endParaRPr kumimoji="1" lang="en-US" altLang="ja-JP" sz="2400" dirty="0">
              <a:solidFill>
                <a:srgbClr val="5B4636"/>
              </a:solidFill>
            </a:endParaRPr>
          </a:p>
          <a:p>
            <a:pPr>
              <a:lnSpc>
                <a:spcPct val="150000"/>
              </a:lnSpc>
            </a:pPr>
            <a:r>
              <a:rPr kumimoji="1" lang="ja-JP" altLang="en-US" sz="2400" dirty="0">
                <a:solidFill>
                  <a:srgbClr val="5B4636"/>
                </a:solidFill>
              </a:rPr>
              <a:t>一人</a:t>
            </a:r>
            <a:r>
              <a:rPr lang="ja-JP" altLang="en-US" sz="2400" dirty="0">
                <a:solidFill>
                  <a:srgbClr val="5B4636"/>
                </a:solidFill>
              </a:rPr>
              <a:t>ひとりが自分を見つけられる場所を提供します</a:t>
            </a:r>
          </a:p>
          <a:p>
            <a:pPr>
              <a:lnSpc>
                <a:spcPct val="150000"/>
              </a:lnSpc>
            </a:pPr>
            <a:r>
              <a:rPr lang="ja-JP" altLang="en-US" sz="2400" dirty="0">
                <a:solidFill>
                  <a:srgbClr val="5B4636"/>
                </a:solidFill>
                <a:ea typeface="游ゴシック"/>
              </a:rPr>
              <a:t>服に興味のない人でも、</a:t>
            </a:r>
          </a:p>
          <a:p>
            <a:pPr>
              <a:lnSpc>
                <a:spcPct val="150000"/>
              </a:lnSpc>
            </a:pPr>
            <a:r>
              <a:rPr lang="ja-JP" altLang="en-US" sz="2400" dirty="0">
                <a:solidFill>
                  <a:srgbClr val="5B4636"/>
                </a:solidFill>
                <a:ea typeface="游ゴシック"/>
              </a:rPr>
              <a:t>その人の個性や好みを発掘し、導くサービスを目指します</a:t>
            </a:r>
          </a:p>
        </p:txBody>
      </p:sp>
      <p:pic>
        <p:nvPicPr>
          <p:cNvPr id="8" name="グラフィックス 7" descr="小さい円の付いたグリッド">
            <a:extLst>
              <a:ext uri="{FF2B5EF4-FFF2-40B4-BE49-F238E27FC236}">
                <a16:creationId xmlns:a16="http://schemas.microsoft.com/office/drawing/2014/main" id="{C585E847-C530-32BC-2B74-B74CC3E30EC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6000" y="-845941"/>
            <a:ext cx="6966857" cy="6966857"/>
          </a:xfrm>
          <a:prstGeom prst="rect">
            <a:avLst/>
          </a:prstGeom>
        </p:spPr>
      </p:pic>
    </p:spTree>
    <p:extLst>
      <p:ext uri="{BB962C8B-B14F-4D97-AF65-F5344CB8AC3E}">
        <p14:creationId xmlns:p14="http://schemas.microsoft.com/office/powerpoint/2010/main" val="3436312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BABBA076-735D-2257-B50A-F2345E5E23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8" y="0"/>
            <a:ext cx="12185522" cy="6858000"/>
          </a:xfrm>
          <a:prstGeom prst="rect">
            <a:avLst/>
          </a:prstGeom>
        </p:spPr>
      </p:pic>
      <p:sp>
        <p:nvSpPr>
          <p:cNvPr id="4" name="矢印: 上 3">
            <a:extLst>
              <a:ext uri="{FF2B5EF4-FFF2-40B4-BE49-F238E27FC236}">
                <a16:creationId xmlns:a16="http://schemas.microsoft.com/office/drawing/2014/main" id="{3226FEB7-A39A-9EE8-3322-1A5AC33DA6A2}"/>
              </a:ext>
            </a:extLst>
          </p:cNvPr>
          <p:cNvSpPr/>
          <p:nvPr/>
        </p:nvSpPr>
        <p:spPr>
          <a:xfrm>
            <a:off x="5755821" y="159354"/>
            <a:ext cx="342597" cy="6576482"/>
          </a:xfrm>
          <a:prstGeom prst="upArrow">
            <a:avLst/>
          </a:prstGeom>
          <a:solidFill>
            <a:schemeClr val="tx1"/>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5" name="矢印: 上 4">
            <a:extLst>
              <a:ext uri="{FF2B5EF4-FFF2-40B4-BE49-F238E27FC236}">
                <a16:creationId xmlns:a16="http://schemas.microsoft.com/office/drawing/2014/main" id="{2CCC62CC-57A0-93F9-C011-68D0D8B024B2}"/>
              </a:ext>
            </a:extLst>
          </p:cNvPr>
          <p:cNvSpPr/>
          <p:nvPr/>
        </p:nvSpPr>
        <p:spPr>
          <a:xfrm rot="-5400000">
            <a:off x="5755820" y="-2431446"/>
            <a:ext cx="342597" cy="11758082"/>
          </a:xfrm>
          <a:prstGeom prst="upArrow">
            <a:avLst/>
          </a:prstGeom>
          <a:solidFill>
            <a:schemeClr val="tx1"/>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6" name="テキスト ボックス 5">
            <a:extLst>
              <a:ext uri="{FF2B5EF4-FFF2-40B4-BE49-F238E27FC236}">
                <a16:creationId xmlns:a16="http://schemas.microsoft.com/office/drawing/2014/main" id="{51A6A7EE-376D-0607-F4D6-2338D7310677}"/>
              </a:ext>
            </a:extLst>
          </p:cNvPr>
          <p:cNvSpPr txBox="1"/>
          <p:nvPr/>
        </p:nvSpPr>
        <p:spPr>
          <a:xfrm>
            <a:off x="132443" y="3702654"/>
            <a:ext cx="183273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000" b="1">
                <a:solidFill>
                  <a:srgbClr val="5B4636"/>
                </a:solidFill>
                <a:ea typeface="游ゴシック"/>
              </a:rPr>
              <a:t>物品をシェア</a:t>
            </a:r>
          </a:p>
        </p:txBody>
      </p:sp>
      <p:sp>
        <p:nvSpPr>
          <p:cNvPr id="7" name="テキスト ボックス 6">
            <a:extLst>
              <a:ext uri="{FF2B5EF4-FFF2-40B4-BE49-F238E27FC236}">
                <a16:creationId xmlns:a16="http://schemas.microsoft.com/office/drawing/2014/main" id="{651A0612-A87B-0A8D-2E72-35E0F8B77DC4}"/>
              </a:ext>
            </a:extLst>
          </p:cNvPr>
          <p:cNvSpPr txBox="1"/>
          <p:nvPr/>
        </p:nvSpPr>
        <p:spPr>
          <a:xfrm>
            <a:off x="9700682" y="3677557"/>
            <a:ext cx="2900136"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000" b="1">
                <a:solidFill>
                  <a:srgbClr val="5B4636"/>
                </a:solidFill>
                <a:ea typeface="游ゴシック"/>
              </a:rPr>
              <a:t>能力や資産をシェア</a:t>
            </a:r>
          </a:p>
          <a:p>
            <a:endParaRPr lang="ja-JP" altLang="en-US" sz="2000" b="1">
              <a:solidFill>
                <a:srgbClr val="5B4636"/>
              </a:solidFill>
              <a:ea typeface="游ゴシック"/>
            </a:endParaRPr>
          </a:p>
        </p:txBody>
      </p:sp>
      <p:pic>
        <p:nvPicPr>
          <p:cNvPr id="8" name="図 7">
            <a:extLst>
              <a:ext uri="{FF2B5EF4-FFF2-40B4-BE49-F238E27FC236}">
                <a16:creationId xmlns:a16="http://schemas.microsoft.com/office/drawing/2014/main" id="{412A5F86-C868-E7DC-C5DB-AD2877BB5E4A}"/>
              </a:ext>
            </a:extLst>
          </p:cNvPr>
          <p:cNvPicPr>
            <a:picLocks noChangeAspect="1"/>
          </p:cNvPicPr>
          <p:nvPr/>
        </p:nvPicPr>
        <p:blipFill>
          <a:blip r:embed="rId3"/>
          <a:stretch>
            <a:fillRect/>
          </a:stretch>
        </p:blipFill>
        <p:spPr>
          <a:xfrm>
            <a:off x="10297885" y="5609772"/>
            <a:ext cx="1509486" cy="1103086"/>
          </a:xfrm>
          <a:prstGeom prst="rect">
            <a:avLst/>
          </a:prstGeom>
        </p:spPr>
      </p:pic>
      <p:pic>
        <p:nvPicPr>
          <p:cNvPr id="9" name="図 8">
            <a:extLst>
              <a:ext uri="{FF2B5EF4-FFF2-40B4-BE49-F238E27FC236}">
                <a16:creationId xmlns:a16="http://schemas.microsoft.com/office/drawing/2014/main" id="{FB8F212B-9B0D-5BA8-7728-016F3902C65C}"/>
              </a:ext>
            </a:extLst>
          </p:cNvPr>
          <p:cNvPicPr>
            <a:picLocks noChangeAspect="1"/>
          </p:cNvPicPr>
          <p:nvPr/>
        </p:nvPicPr>
        <p:blipFill>
          <a:blip r:embed="rId4"/>
          <a:stretch>
            <a:fillRect/>
          </a:stretch>
        </p:blipFill>
        <p:spPr>
          <a:xfrm>
            <a:off x="9298213" y="2316843"/>
            <a:ext cx="1435100" cy="892175"/>
          </a:xfrm>
          <a:prstGeom prst="rect">
            <a:avLst/>
          </a:prstGeom>
        </p:spPr>
      </p:pic>
      <p:pic>
        <p:nvPicPr>
          <p:cNvPr id="10" name="図 9">
            <a:extLst>
              <a:ext uri="{FF2B5EF4-FFF2-40B4-BE49-F238E27FC236}">
                <a16:creationId xmlns:a16="http://schemas.microsoft.com/office/drawing/2014/main" id="{FD7702CB-4C0D-8541-AA5A-36A9FBE4CA0B}"/>
              </a:ext>
            </a:extLst>
          </p:cNvPr>
          <p:cNvPicPr>
            <a:picLocks noChangeAspect="1"/>
          </p:cNvPicPr>
          <p:nvPr/>
        </p:nvPicPr>
        <p:blipFill>
          <a:blip r:embed="rId5"/>
          <a:stretch>
            <a:fillRect/>
          </a:stretch>
        </p:blipFill>
        <p:spPr>
          <a:xfrm>
            <a:off x="10816772" y="2383971"/>
            <a:ext cx="994229" cy="950687"/>
          </a:xfrm>
          <a:prstGeom prst="rect">
            <a:avLst/>
          </a:prstGeom>
        </p:spPr>
      </p:pic>
      <p:pic>
        <p:nvPicPr>
          <p:cNvPr id="11" name="図 10">
            <a:extLst>
              <a:ext uri="{FF2B5EF4-FFF2-40B4-BE49-F238E27FC236}">
                <a16:creationId xmlns:a16="http://schemas.microsoft.com/office/drawing/2014/main" id="{22BD3CA1-3F6A-6EDF-53C1-6A74A6BBDC9D}"/>
              </a:ext>
            </a:extLst>
          </p:cNvPr>
          <p:cNvPicPr>
            <a:picLocks noChangeAspect="1"/>
          </p:cNvPicPr>
          <p:nvPr/>
        </p:nvPicPr>
        <p:blipFill>
          <a:blip r:embed="rId6"/>
          <a:stretch>
            <a:fillRect/>
          </a:stretch>
        </p:blipFill>
        <p:spPr>
          <a:xfrm>
            <a:off x="34470" y="5252357"/>
            <a:ext cx="794658" cy="780144"/>
          </a:xfrm>
          <a:prstGeom prst="rect">
            <a:avLst/>
          </a:prstGeom>
        </p:spPr>
      </p:pic>
      <p:pic>
        <p:nvPicPr>
          <p:cNvPr id="12" name="図 11">
            <a:extLst>
              <a:ext uri="{FF2B5EF4-FFF2-40B4-BE49-F238E27FC236}">
                <a16:creationId xmlns:a16="http://schemas.microsoft.com/office/drawing/2014/main" id="{14CB68A6-7CC4-47F1-372F-49617177EAF6}"/>
              </a:ext>
            </a:extLst>
          </p:cNvPr>
          <p:cNvPicPr>
            <a:picLocks noChangeAspect="1"/>
          </p:cNvPicPr>
          <p:nvPr/>
        </p:nvPicPr>
        <p:blipFill>
          <a:blip r:embed="rId7"/>
          <a:stretch>
            <a:fillRect/>
          </a:stretch>
        </p:blipFill>
        <p:spPr>
          <a:xfrm>
            <a:off x="1603829" y="5254172"/>
            <a:ext cx="1502229" cy="768350"/>
          </a:xfrm>
          <a:prstGeom prst="rect">
            <a:avLst/>
          </a:prstGeom>
        </p:spPr>
      </p:pic>
      <p:pic>
        <p:nvPicPr>
          <p:cNvPr id="13" name="図 12">
            <a:extLst>
              <a:ext uri="{FF2B5EF4-FFF2-40B4-BE49-F238E27FC236}">
                <a16:creationId xmlns:a16="http://schemas.microsoft.com/office/drawing/2014/main" id="{B787CBE5-A14D-8FE5-D844-0584DEAEFF10}"/>
              </a:ext>
            </a:extLst>
          </p:cNvPr>
          <p:cNvPicPr>
            <a:picLocks noChangeAspect="1"/>
          </p:cNvPicPr>
          <p:nvPr/>
        </p:nvPicPr>
        <p:blipFill>
          <a:blip r:embed="rId8"/>
          <a:stretch>
            <a:fillRect/>
          </a:stretch>
        </p:blipFill>
        <p:spPr>
          <a:xfrm>
            <a:off x="10301514" y="160111"/>
            <a:ext cx="1756229" cy="913493"/>
          </a:xfrm>
          <a:prstGeom prst="rect">
            <a:avLst/>
          </a:prstGeom>
        </p:spPr>
      </p:pic>
      <p:pic>
        <p:nvPicPr>
          <p:cNvPr id="14" name="図 13">
            <a:extLst>
              <a:ext uri="{FF2B5EF4-FFF2-40B4-BE49-F238E27FC236}">
                <a16:creationId xmlns:a16="http://schemas.microsoft.com/office/drawing/2014/main" id="{EBFE730D-4E90-97A4-947D-80B1544F846B}"/>
              </a:ext>
            </a:extLst>
          </p:cNvPr>
          <p:cNvPicPr>
            <a:picLocks noChangeAspect="1"/>
          </p:cNvPicPr>
          <p:nvPr/>
        </p:nvPicPr>
        <p:blipFill>
          <a:blip r:embed="rId9"/>
          <a:stretch>
            <a:fillRect/>
          </a:stretch>
        </p:blipFill>
        <p:spPr>
          <a:xfrm>
            <a:off x="825499" y="6026150"/>
            <a:ext cx="1280887" cy="683986"/>
          </a:xfrm>
          <a:prstGeom prst="rect">
            <a:avLst/>
          </a:prstGeom>
        </p:spPr>
      </p:pic>
      <p:pic>
        <p:nvPicPr>
          <p:cNvPr id="15" name="図 14">
            <a:extLst>
              <a:ext uri="{FF2B5EF4-FFF2-40B4-BE49-F238E27FC236}">
                <a16:creationId xmlns:a16="http://schemas.microsoft.com/office/drawing/2014/main" id="{E2442ACF-F880-7EF5-D8AD-62FC8B621489}"/>
              </a:ext>
            </a:extLst>
          </p:cNvPr>
          <p:cNvPicPr>
            <a:picLocks noChangeAspect="1"/>
          </p:cNvPicPr>
          <p:nvPr/>
        </p:nvPicPr>
        <p:blipFill>
          <a:blip r:embed="rId10"/>
          <a:stretch>
            <a:fillRect/>
          </a:stretch>
        </p:blipFill>
        <p:spPr>
          <a:xfrm>
            <a:off x="9622972" y="4397829"/>
            <a:ext cx="1211944" cy="943430"/>
          </a:xfrm>
          <a:prstGeom prst="rect">
            <a:avLst/>
          </a:prstGeom>
        </p:spPr>
      </p:pic>
      <p:pic>
        <p:nvPicPr>
          <p:cNvPr id="16" name="図 15">
            <a:extLst>
              <a:ext uri="{FF2B5EF4-FFF2-40B4-BE49-F238E27FC236}">
                <a16:creationId xmlns:a16="http://schemas.microsoft.com/office/drawing/2014/main" id="{BFFCB69D-CA87-CAC5-7EC7-00EF0A09EBC9}"/>
              </a:ext>
            </a:extLst>
          </p:cNvPr>
          <p:cNvPicPr>
            <a:picLocks noChangeAspect="1"/>
          </p:cNvPicPr>
          <p:nvPr/>
        </p:nvPicPr>
        <p:blipFill>
          <a:blip r:embed="rId11"/>
          <a:stretch>
            <a:fillRect/>
          </a:stretch>
        </p:blipFill>
        <p:spPr>
          <a:xfrm>
            <a:off x="827314" y="5257799"/>
            <a:ext cx="776515" cy="769258"/>
          </a:xfrm>
          <a:prstGeom prst="rect">
            <a:avLst/>
          </a:prstGeom>
        </p:spPr>
      </p:pic>
      <p:pic>
        <p:nvPicPr>
          <p:cNvPr id="17" name="図 16">
            <a:extLst>
              <a:ext uri="{FF2B5EF4-FFF2-40B4-BE49-F238E27FC236}">
                <a16:creationId xmlns:a16="http://schemas.microsoft.com/office/drawing/2014/main" id="{C375F921-16EA-3761-1D5D-A20E40CC1CC0}"/>
              </a:ext>
            </a:extLst>
          </p:cNvPr>
          <p:cNvPicPr>
            <a:picLocks noChangeAspect="1"/>
          </p:cNvPicPr>
          <p:nvPr/>
        </p:nvPicPr>
        <p:blipFill>
          <a:blip r:embed="rId12"/>
          <a:stretch>
            <a:fillRect/>
          </a:stretch>
        </p:blipFill>
        <p:spPr>
          <a:xfrm>
            <a:off x="7688490" y="3744229"/>
            <a:ext cx="1850573" cy="1074057"/>
          </a:xfrm>
          <a:prstGeom prst="rect">
            <a:avLst/>
          </a:prstGeom>
        </p:spPr>
      </p:pic>
      <p:pic>
        <p:nvPicPr>
          <p:cNvPr id="18" name="図 17">
            <a:extLst>
              <a:ext uri="{FF2B5EF4-FFF2-40B4-BE49-F238E27FC236}">
                <a16:creationId xmlns:a16="http://schemas.microsoft.com/office/drawing/2014/main" id="{F369DE11-8823-DE2E-C47F-AABF0508DD1C}"/>
              </a:ext>
            </a:extLst>
          </p:cNvPr>
          <p:cNvPicPr>
            <a:picLocks noChangeAspect="1"/>
          </p:cNvPicPr>
          <p:nvPr/>
        </p:nvPicPr>
        <p:blipFill>
          <a:blip r:embed="rId13"/>
          <a:stretch>
            <a:fillRect/>
          </a:stretch>
        </p:blipFill>
        <p:spPr>
          <a:xfrm>
            <a:off x="10834461" y="4166054"/>
            <a:ext cx="1009650" cy="971551"/>
          </a:xfrm>
          <a:prstGeom prst="rect">
            <a:avLst/>
          </a:prstGeom>
        </p:spPr>
      </p:pic>
      <p:sp>
        <p:nvSpPr>
          <p:cNvPr id="19" name="テキスト ボックス 18">
            <a:extLst>
              <a:ext uri="{FF2B5EF4-FFF2-40B4-BE49-F238E27FC236}">
                <a16:creationId xmlns:a16="http://schemas.microsoft.com/office/drawing/2014/main" id="{9498B408-3D17-0FB1-32C7-08517EDE55B6}"/>
              </a:ext>
            </a:extLst>
          </p:cNvPr>
          <p:cNvSpPr txBox="1"/>
          <p:nvPr/>
        </p:nvSpPr>
        <p:spPr>
          <a:xfrm>
            <a:off x="3999439" y="166308"/>
            <a:ext cx="19685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sz="2000" b="1">
                <a:solidFill>
                  <a:srgbClr val="5B4636"/>
                </a:solidFill>
                <a:ea typeface="+mn-lt"/>
                <a:cs typeface="+mn-lt"/>
              </a:rPr>
              <a:t>ハイエンド</a:t>
            </a:r>
            <a:endParaRPr lang="ja-JP" sz="2000" b="1">
              <a:solidFill>
                <a:srgbClr val="5B4636"/>
              </a:solidFill>
            </a:endParaRPr>
          </a:p>
        </p:txBody>
      </p:sp>
      <p:sp>
        <p:nvSpPr>
          <p:cNvPr id="20" name="テキスト ボックス 19">
            <a:extLst>
              <a:ext uri="{FF2B5EF4-FFF2-40B4-BE49-F238E27FC236}">
                <a16:creationId xmlns:a16="http://schemas.microsoft.com/office/drawing/2014/main" id="{D1EC614F-7452-BDF5-4516-11E1A5165BBC}"/>
              </a:ext>
            </a:extLst>
          </p:cNvPr>
          <p:cNvSpPr txBox="1"/>
          <p:nvPr/>
        </p:nvSpPr>
        <p:spPr>
          <a:xfrm>
            <a:off x="4265992" y="6318917"/>
            <a:ext cx="183000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sz="2000" b="1">
                <a:solidFill>
                  <a:srgbClr val="5B4636"/>
                </a:solidFill>
                <a:ea typeface="+mn-lt"/>
                <a:cs typeface="+mn-lt"/>
              </a:rPr>
              <a:t>ローエンド</a:t>
            </a:r>
            <a:endParaRPr lang="ja-JP" sz="2000" b="1">
              <a:solidFill>
                <a:srgbClr val="5B4636"/>
              </a:solidFill>
            </a:endParaRPr>
          </a:p>
        </p:txBody>
      </p:sp>
      <p:pic>
        <p:nvPicPr>
          <p:cNvPr id="21" name="図 20">
            <a:extLst>
              <a:ext uri="{FF2B5EF4-FFF2-40B4-BE49-F238E27FC236}">
                <a16:creationId xmlns:a16="http://schemas.microsoft.com/office/drawing/2014/main" id="{BC5B6BA8-D2BB-B0DE-AFCC-6DD60C993525}"/>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079472" y="2613932"/>
            <a:ext cx="1502229" cy="1502229"/>
          </a:xfrm>
          <a:prstGeom prst="rect">
            <a:avLst/>
          </a:prstGeom>
        </p:spPr>
      </p:pic>
    </p:spTree>
    <p:extLst>
      <p:ext uri="{BB962C8B-B14F-4D97-AF65-F5344CB8AC3E}">
        <p14:creationId xmlns:p14="http://schemas.microsoft.com/office/powerpoint/2010/main" val="3044195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486DA55B-3FF8-4168-D182-BFF0E28CAB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8" y="0"/>
            <a:ext cx="12185522" cy="6858000"/>
          </a:xfrm>
          <a:prstGeom prst="rect">
            <a:avLst/>
          </a:prstGeom>
        </p:spPr>
      </p:pic>
      <p:sp>
        <p:nvSpPr>
          <p:cNvPr id="10" name="テキスト ボックス 9">
            <a:extLst>
              <a:ext uri="{FF2B5EF4-FFF2-40B4-BE49-F238E27FC236}">
                <a16:creationId xmlns:a16="http://schemas.microsoft.com/office/drawing/2014/main" id="{CE2B9DD9-6168-42ED-22E5-55C71AFAB1CD}"/>
              </a:ext>
            </a:extLst>
          </p:cNvPr>
          <p:cNvSpPr txBox="1"/>
          <p:nvPr/>
        </p:nvSpPr>
        <p:spPr>
          <a:xfrm>
            <a:off x="1306286" y="558620"/>
            <a:ext cx="9829800" cy="584775"/>
          </a:xfrm>
          <a:prstGeom prst="rect">
            <a:avLst/>
          </a:prstGeom>
          <a:noFill/>
        </p:spPr>
        <p:txBody>
          <a:bodyPr wrap="square" rtlCol="0">
            <a:spAutoFit/>
          </a:bodyPr>
          <a:lstStyle/>
          <a:p>
            <a:r>
              <a:rPr lang="ja-JP" altLang="en-US" sz="3200" b="1">
                <a:solidFill>
                  <a:srgbClr val="5B4636"/>
                </a:solidFill>
              </a:rPr>
              <a:t>ポジショニングマップの分析</a:t>
            </a:r>
          </a:p>
        </p:txBody>
      </p:sp>
      <p:pic>
        <p:nvPicPr>
          <p:cNvPr id="11" name="グラフィックス 10" descr="寸法直しと仕立て 単色塗りつぶし">
            <a:extLst>
              <a:ext uri="{FF2B5EF4-FFF2-40B4-BE49-F238E27FC236}">
                <a16:creationId xmlns:a16="http://schemas.microsoft.com/office/drawing/2014/main" id="{FB2BF234-EF83-66E4-116E-C33300971D5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1886" y="376169"/>
            <a:ext cx="914400" cy="914400"/>
          </a:xfrm>
          <a:prstGeom prst="rect">
            <a:avLst/>
          </a:prstGeom>
        </p:spPr>
      </p:pic>
      <p:sp>
        <p:nvSpPr>
          <p:cNvPr id="15" name="テキスト ボックス 14">
            <a:extLst>
              <a:ext uri="{FF2B5EF4-FFF2-40B4-BE49-F238E27FC236}">
                <a16:creationId xmlns:a16="http://schemas.microsoft.com/office/drawing/2014/main" id="{ABEF16E5-C8A9-6876-D7C8-3D004D610041}"/>
              </a:ext>
            </a:extLst>
          </p:cNvPr>
          <p:cNvSpPr txBox="1"/>
          <p:nvPr/>
        </p:nvSpPr>
        <p:spPr>
          <a:xfrm>
            <a:off x="1847850" y="2445629"/>
            <a:ext cx="8746671" cy="954107"/>
          </a:xfrm>
          <a:prstGeom prst="rect">
            <a:avLst/>
          </a:prstGeom>
          <a:noFill/>
        </p:spPr>
        <p:txBody>
          <a:bodyPr wrap="square" rtlCol="0">
            <a:spAutoFit/>
          </a:bodyPr>
          <a:lstStyle/>
          <a:p>
            <a:r>
              <a:rPr lang="ja-JP" altLang="ja-JP" sz="2800" b="1" dirty="0">
                <a:solidFill>
                  <a:srgbClr val="8A9A7B"/>
                </a:solidFill>
              </a:rPr>
              <a:t>『物品シェア</a:t>
            </a:r>
            <a:r>
              <a:rPr lang="en-US" altLang="ja-JP" sz="2800" b="1" dirty="0">
                <a:solidFill>
                  <a:srgbClr val="8A9A7B"/>
                </a:solidFill>
              </a:rPr>
              <a:t>×</a:t>
            </a:r>
            <a:r>
              <a:rPr lang="ja-JP" altLang="ja-JP" sz="2800" b="1" dirty="0">
                <a:solidFill>
                  <a:srgbClr val="8A9A7B"/>
                </a:solidFill>
              </a:rPr>
              <a:t>中価格帯』</a:t>
            </a:r>
            <a:r>
              <a:rPr lang="ja-JP" altLang="en-US" sz="2800" dirty="0">
                <a:solidFill>
                  <a:srgbClr val="5B4636"/>
                </a:solidFill>
              </a:rPr>
              <a:t>の競合の少なく、</a:t>
            </a:r>
            <a:endParaRPr lang="en-US" altLang="ja-JP" sz="2800" dirty="0">
              <a:solidFill>
                <a:srgbClr val="5B4636"/>
              </a:solidFill>
            </a:endParaRPr>
          </a:p>
          <a:p>
            <a:r>
              <a:rPr lang="ja-JP" altLang="en-US" sz="2800" dirty="0">
                <a:solidFill>
                  <a:srgbClr val="5B4636"/>
                </a:solidFill>
              </a:rPr>
              <a:t>新しい市場として展開できる</a:t>
            </a:r>
            <a:endParaRPr lang="en-US" altLang="ja-JP" sz="2800" dirty="0">
              <a:solidFill>
                <a:srgbClr val="5B4636"/>
              </a:solidFill>
            </a:endParaRPr>
          </a:p>
        </p:txBody>
      </p:sp>
      <p:sp>
        <p:nvSpPr>
          <p:cNvPr id="6" name="テキスト ボックス 5">
            <a:extLst>
              <a:ext uri="{FF2B5EF4-FFF2-40B4-BE49-F238E27FC236}">
                <a16:creationId xmlns:a16="http://schemas.microsoft.com/office/drawing/2014/main" id="{F027D67F-21CD-9E5F-F402-DAE7E2DBDE07}"/>
              </a:ext>
            </a:extLst>
          </p:cNvPr>
          <p:cNvSpPr txBox="1"/>
          <p:nvPr/>
        </p:nvSpPr>
        <p:spPr>
          <a:xfrm>
            <a:off x="1673744" y="4489820"/>
            <a:ext cx="7750628" cy="954107"/>
          </a:xfrm>
          <a:prstGeom prst="rect">
            <a:avLst/>
          </a:prstGeom>
          <a:solidFill>
            <a:srgbClr val="EFE6DE"/>
          </a:solidFill>
          <a:effectLst>
            <a:softEdge rad="127000"/>
          </a:effectLst>
        </p:spPr>
        <p:txBody>
          <a:bodyPr wrap="square" rtlCol="0">
            <a:spAutoFit/>
          </a:bodyPr>
          <a:lstStyle/>
          <a:p>
            <a:r>
              <a:rPr lang="ja-JP" altLang="ja-JP" sz="2800" dirty="0">
                <a:solidFill>
                  <a:srgbClr val="5B4636"/>
                </a:solidFill>
              </a:rPr>
              <a:t>私たちは、そこをターゲットにしたサービスを</a:t>
            </a:r>
            <a:endParaRPr lang="en-US" altLang="ja-JP" sz="2800" dirty="0">
              <a:solidFill>
                <a:srgbClr val="5B4636"/>
              </a:solidFill>
            </a:endParaRPr>
          </a:p>
          <a:p>
            <a:r>
              <a:rPr lang="ja-JP" altLang="en-US" sz="2800" dirty="0">
                <a:solidFill>
                  <a:srgbClr val="5B4636"/>
                </a:solidFill>
              </a:rPr>
              <a:t>開発します</a:t>
            </a:r>
            <a:r>
              <a:rPr lang="ja-JP" altLang="ja-JP" sz="2800" dirty="0">
                <a:solidFill>
                  <a:srgbClr val="5B4636"/>
                </a:solidFill>
              </a:rPr>
              <a:t>。</a:t>
            </a:r>
          </a:p>
        </p:txBody>
      </p:sp>
      <p:pic>
        <p:nvPicPr>
          <p:cNvPr id="8" name="グラフィックス 7" descr="マネキン 単色塗りつぶし">
            <a:extLst>
              <a:ext uri="{FF2B5EF4-FFF2-40B4-BE49-F238E27FC236}">
                <a16:creationId xmlns:a16="http://schemas.microsoft.com/office/drawing/2014/main" id="{0838EA55-ECCB-A12F-BE0E-94F3458BE49B}"/>
              </a:ext>
            </a:extLst>
          </p:cNvPr>
          <p:cNvPicPr>
            <a:picLocks noChangeAspect="1"/>
          </p:cNvPicPr>
          <p:nvPr/>
        </p:nvPicPr>
        <p:blipFill>
          <a:blip>
            <a:alphaModFix amt="80000"/>
            <a:extLst>
              <a:ext uri="{96DAC541-7B7A-43D3-8B79-37D633B846F1}">
                <asvg:svgBlip xmlns:asvg="http://schemas.microsoft.com/office/drawing/2016/SVG/main" r:embed="rId5"/>
              </a:ext>
            </a:extLst>
          </a:blip>
          <a:stretch>
            <a:fillRect/>
          </a:stretch>
        </p:blipFill>
        <p:spPr>
          <a:xfrm>
            <a:off x="9424372" y="3935317"/>
            <a:ext cx="2922683" cy="2922683"/>
          </a:xfrm>
          <a:prstGeom prst="rect">
            <a:avLst/>
          </a:prstGeom>
        </p:spPr>
      </p:pic>
      <p:sp>
        <p:nvSpPr>
          <p:cNvPr id="4" name="矢印: 下 3">
            <a:extLst>
              <a:ext uri="{FF2B5EF4-FFF2-40B4-BE49-F238E27FC236}">
                <a16:creationId xmlns:a16="http://schemas.microsoft.com/office/drawing/2014/main" id="{D066F9E6-8B07-5E3F-077A-04B49AD20B33}"/>
              </a:ext>
            </a:extLst>
          </p:cNvPr>
          <p:cNvSpPr/>
          <p:nvPr/>
        </p:nvSpPr>
        <p:spPr>
          <a:xfrm>
            <a:off x="4983000" y="3532188"/>
            <a:ext cx="566058" cy="869902"/>
          </a:xfrm>
          <a:prstGeom prst="downArrow">
            <a:avLst/>
          </a:prstGeom>
          <a:solidFill>
            <a:srgbClr val="E1D0C1"/>
          </a:solidFill>
          <a:ln>
            <a:solidFill>
              <a:srgbClr val="B97A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85370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17659798-AB28-A76C-AE5C-112FE33D7E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8" y="0"/>
            <a:ext cx="12185522" cy="6858000"/>
          </a:xfrm>
          <a:prstGeom prst="rect">
            <a:avLst/>
          </a:prstGeom>
        </p:spPr>
      </p:pic>
      <p:sp>
        <p:nvSpPr>
          <p:cNvPr id="2" name="テキスト ボックス 1">
            <a:extLst>
              <a:ext uri="{FF2B5EF4-FFF2-40B4-BE49-F238E27FC236}">
                <a16:creationId xmlns:a16="http://schemas.microsoft.com/office/drawing/2014/main" id="{E6962ADD-B479-D4EF-9C87-3723C404C34C}"/>
              </a:ext>
            </a:extLst>
          </p:cNvPr>
          <p:cNvSpPr txBox="1"/>
          <p:nvPr/>
        </p:nvSpPr>
        <p:spPr>
          <a:xfrm>
            <a:off x="1426028" y="540981"/>
            <a:ext cx="3548743" cy="584775"/>
          </a:xfrm>
          <a:prstGeom prst="rect">
            <a:avLst/>
          </a:prstGeom>
          <a:noFill/>
        </p:spPr>
        <p:txBody>
          <a:bodyPr wrap="square" rtlCol="0">
            <a:spAutoFit/>
          </a:bodyPr>
          <a:lstStyle/>
          <a:p>
            <a:r>
              <a:rPr lang="ja-JP" altLang="en-US" sz="3200" b="1">
                <a:solidFill>
                  <a:srgbClr val="5B4636"/>
                </a:solidFill>
              </a:rPr>
              <a:t>サービス概要</a:t>
            </a:r>
            <a:endParaRPr kumimoji="1" lang="ja-JP" altLang="en-US" sz="3200" b="1">
              <a:solidFill>
                <a:srgbClr val="5B4636"/>
              </a:solidFill>
            </a:endParaRPr>
          </a:p>
        </p:txBody>
      </p:sp>
      <p:sp>
        <p:nvSpPr>
          <p:cNvPr id="4" name="テキスト ボックス 3">
            <a:extLst>
              <a:ext uri="{FF2B5EF4-FFF2-40B4-BE49-F238E27FC236}">
                <a16:creationId xmlns:a16="http://schemas.microsoft.com/office/drawing/2014/main" id="{08B68CFE-0B60-9947-571B-89241CC71E49}"/>
              </a:ext>
            </a:extLst>
          </p:cNvPr>
          <p:cNvSpPr txBox="1"/>
          <p:nvPr/>
        </p:nvSpPr>
        <p:spPr>
          <a:xfrm>
            <a:off x="1248229" y="1986126"/>
            <a:ext cx="9461959" cy="3970318"/>
          </a:xfrm>
          <a:prstGeom prst="rect">
            <a:avLst/>
          </a:prstGeom>
          <a:noFill/>
        </p:spPr>
        <p:txBody>
          <a:bodyPr wrap="square" lIns="91440" tIns="45720" rIns="91440" bIns="45720" rtlCol="0" anchor="t">
            <a:spAutoFit/>
          </a:bodyPr>
          <a:lstStyle/>
          <a:p>
            <a:r>
              <a:rPr lang="ja-JP" altLang="en-US" sz="2800" dirty="0">
                <a:solidFill>
                  <a:srgbClr val="5B4636"/>
                </a:solidFill>
                <a:ea typeface="游ゴシック"/>
              </a:rPr>
              <a:t>① </a:t>
            </a:r>
            <a:r>
              <a:rPr lang="ja-JP" altLang="ja-JP" sz="2800" b="1" dirty="0">
                <a:solidFill>
                  <a:srgbClr val="8A9A7B"/>
                </a:solidFill>
                <a:ea typeface="游ゴシック"/>
              </a:rPr>
              <a:t>古着、ハンドメイド</a:t>
            </a:r>
            <a:r>
              <a:rPr lang="ja-JP" altLang="ja-JP" sz="2800" dirty="0">
                <a:solidFill>
                  <a:srgbClr val="5B4636"/>
                </a:solidFill>
                <a:ea typeface="游ゴシック"/>
              </a:rPr>
              <a:t>商品を対象にした</a:t>
            </a:r>
            <a:r>
              <a:rPr lang="en-US" altLang="ja-JP" sz="2800" dirty="0" err="1">
                <a:solidFill>
                  <a:srgbClr val="5B4636"/>
                </a:solidFill>
                <a:ea typeface="游ゴシック"/>
              </a:rPr>
              <a:t>CtoC</a:t>
            </a:r>
            <a:r>
              <a:rPr lang="ja-JP" altLang="ja-JP" sz="2800" dirty="0">
                <a:solidFill>
                  <a:srgbClr val="5B4636"/>
                </a:solidFill>
                <a:ea typeface="游ゴシック"/>
              </a:rPr>
              <a:t>サイト</a:t>
            </a:r>
          </a:p>
          <a:p>
            <a:endParaRPr lang="en-US" altLang="ja-JP" sz="2800" dirty="0">
              <a:solidFill>
                <a:srgbClr val="5B4636"/>
              </a:solidFill>
            </a:endParaRPr>
          </a:p>
          <a:p>
            <a:r>
              <a:rPr lang="ja-JP" altLang="en-US" sz="2800" dirty="0">
                <a:solidFill>
                  <a:srgbClr val="5B4636"/>
                </a:solidFill>
                <a:ea typeface="游ゴシック"/>
              </a:rPr>
              <a:t>② </a:t>
            </a:r>
            <a:r>
              <a:rPr lang="ja-JP" altLang="ja-JP" sz="2800" dirty="0">
                <a:solidFill>
                  <a:srgbClr val="5B4636"/>
                </a:solidFill>
                <a:ea typeface="游ゴシック"/>
              </a:rPr>
              <a:t>古着とハンドメイドで画面を切り替えて</a:t>
            </a:r>
            <a:r>
              <a:rPr lang="ja-JP" altLang="ja-JP" sz="2800" b="1" dirty="0">
                <a:solidFill>
                  <a:srgbClr val="8A9A7B"/>
                </a:solidFill>
                <a:ea typeface="游ゴシック"/>
              </a:rPr>
              <a:t>、</a:t>
            </a:r>
            <a:endParaRPr lang="ja-JP" altLang="ja-JP" sz="2800" dirty="0">
              <a:solidFill>
                <a:srgbClr val="5B4636"/>
              </a:solidFill>
              <a:ea typeface="游ゴシック"/>
            </a:endParaRPr>
          </a:p>
          <a:p>
            <a:r>
              <a:rPr lang="ja-JP" altLang="ja-JP" sz="2800" b="1" dirty="0">
                <a:solidFill>
                  <a:srgbClr val="8A9A7B"/>
                </a:solidFill>
                <a:ea typeface="游ゴシック"/>
              </a:rPr>
              <a:t>　　一つのサイトで二つのサービス</a:t>
            </a:r>
            <a:r>
              <a:rPr lang="ja-JP" altLang="ja-JP" sz="2800" dirty="0">
                <a:solidFill>
                  <a:srgbClr val="5B4636"/>
                </a:solidFill>
                <a:ea typeface="游ゴシック"/>
              </a:rPr>
              <a:t>を扱え</a:t>
            </a:r>
            <a:r>
              <a:rPr lang="ja-JP" altLang="en-US" sz="2800" dirty="0">
                <a:solidFill>
                  <a:srgbClr val="5B4636"/>
                </a:solidFill>
                <a:ea typeface="游ゴシック"/>
              </a:rPr>
              <a:t>ます</a:t>
            </a:r>
            <a:endParaRPr lang="ja-JP" altLang="ja-JP" sz="2800" dirty="0">
              <a:solidFill>
                <a:srgbClr val="5B4636"/>
              </a:solidFill>
              <a:ea typeface="游ゴシック"/>
            </a:endParaRPr>
          </a:p>
          <a:p>
            <a:endParaRPr lang="en-US" altLang="ja-JP" sz="2800" dirty="0">
              <a:solidFill>
                <a:srgbClr val="5B4636"/>
              </a:solidFill>
            </a:endParaRPr>
          </a:p>
          <a:p>
            <a:r>
              <a:rPr lang="ja-JP" altLang="en-US" sz="2800" dirty="0">
                <a:solidFill>
                  <a:srgbClr val="5B4636"/>
                </a:solidFill>
                <a:ea typeface="游ゴシック"/>
              </a:rPr>
              <a:t>③ </a:t>
            </a:r>
            <a:r>
              <a:rPr lang="ja-JP" altLang="ja-JP" sz="2800" dirty="0">
                <a:solidFill>
                  <a:srgbClr val="5B4636"/>
                </a:solidFill>
                <a:ea typeface="游ゴシック"/>
              </a:rPr>
              <a:t>ハンドメイド作品は値段的にやすいものが多いので</a:t>
            </a:r>
            <a:endParaRPr lang="en-US" altLang="ja-JP" sz="2800" b="1" dirty="0">
              <a:solidFill>
                <a:srgbClr val="8A9A7B"/>
              </a:solidFill>
              <a:ea typeface="游ゴシック"/>
            </a:endParaRPr>
          </a:p>
          <a:p>
            <a:r>
              <a:rPr lang="ja-JP" altLang="ja-JP" sz="2800" b="1" dirty="0">
                <a:solidFill>
                  <a:srgbClr val="8A9A7B"/>
                </a:solidFill>
                <a:ea typeface="游ゴシック"/>
              </a:rPr>
              <a:t>　　学生が手にしやすい</a:t>
            </a:r>
            <a:endParaRPr lang="en-US" altLang="ja-JP" sz="2800" b="1" dirty="0">
              <a:solidFill>
                <a:srgbClr val="8A9A7B"/>
              </a:solidFill>
              <a:ea typeface="游ゴシック"/>
            </a:endParaRPr>
          </a:p>
          <a:p>
            <a:endParaRPr lang="en-US" altLang="ja-JP" sz="2800" b="1" dirty="0">
              <a:solidFill>
                <a:srgbClr val="8A9A7B"/>
              </a:solidFill>
              <a:ea typeface="游ゴシック"/>
            </a:endParaRPr>
          </a:p>
          <a:p>
            <a:r>
              <a:rPr lang="ja-JP" altLang="en-US" sz="2800" dirty="0">
                <a:solidFill>
                  <a:srgbClr val="5B4636"/>
                </a:solidFill>
                <a:ea typeface="游ゴシック"/>
              </a:rPr>
              <a:t>④</a:t>
            </a:r>
            <a:r>
              <a:rPr lang="ja-JP" altLang="en-US" sz="2800" b="1" dirty="0">
                <a:solidFill>
                  <a:srgbClr val="8A9A7B"/>
                </a:solidFill>
                <a:ea typeface="游ゴシック"/>
              </a:rPr>
              <a:t>シンプルでみやすい</a:t>
            </a:r>
            <a:r>
              <a:rPr lang="ja-JP" altLang="en-US" sz="2800" dirty="0">
                <a:solidFill>
                  <a:srgbClr val="5B4636"/>
                </a:solidFill>
                <a:ea typeface="游ゴシック"/>
              </a:rPr>
              <a:t>画面設計</a:t>
            </a:r>
            <a:endParaRPr lang="en-US" altLang="ja-JP" sz="2800" dirty="0">
              <a:solidFill>
                <a:srgbClr val="5B4636"/>
              </a:solidFill>
              <a:ea typeface="游ゴシック"/>
            </a:endParaRPr>
          </a:p>
        </p:txBody>
      </p:sp>
      <p:pic>
        <p:nvPicPr>
          <p:cNvPr id="5" name="グラフィックス 4" descr="寸法直しと仕立て 単色塗りつぶし">
            <a:extLst>
              <a:ext uri="{FF2B5EF4-FFF2-40B4-BE49-F238E27FC236}">
                <a16:creationId xmlns:a16="http://schemas.microsoft.com/office/drawing/2014/main" id="{B677E5B1-BE96-564A-0FC1-3294E5D435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1886" y="376169"/>
            <a:ext cx="914400" cy="914400"/>
          </a:xfrm>
          <a:prstGeom prst="rect">
            <a:avLst/>
          </a:prstGeom>
        </p:spPr>
      </p:pic>
    </p:spTree>
    <p:extLst>
      <p:ext uri="{BB962C8B-B14F-4D97-AF65-F5344CB8AC3E}">
        <p14:creationId xmlns:p14="http://schemas.microsoft.com/office/powerpoint/2010/main" val="2777141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4C86B-C746-CA50-F576-5268389A0C99}"/>
            </a:ext>
          </a:extLst>
        </p:cNvPr>
        <p:cNvGrpSpPr/>
        <p:nvPr/>
      </p:nvGrpSpPr>
      <p:grpSpPr>
        <a:xfrm>
          <a:off x="0" y="0"/>
          <a:ext cx="0" cy="0"/>
          <a:chOff x="0" y="0"/>
          <a:chExt cx="0" cy="0"/>
        </a:xfrm>
      </p:grpSpPr>
      <p:pic>
        <p:nvPicPr>
          <p:cNvPr id="6" name="図 5">
            <a:extLst>
              <a:ext uri="{FF2B5EF4-FFF2-40B4-BE49-F238E27FC236}">
                <a16:creationId xmlns:a16="http://schemas.microsoft.com/office/drawing/2014/main" id="{BB8F0AB9-78E4-4F73-13FF-3277D9082B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85522" cy="6858000"/>
          </a:xfrm>
          <a:prstGeom prst="rect">
            <a:avLst/>
          </a:prstGeom>
        </p:spPr>
      </p:pic>
      <p:sp>
        <p:nvSpPr>
          <p:cNvPr id="2" name="テキスト ボックス 1">
            <a:extLst>
              <a:ext uri="{FF2B5EF4-FFF2-40B4-BE49-F238E27FC236}">
                <a16:creationId xmlns:a16="http://schemas.microsoft.com/office/drawing/2014/main" id="{4FFDD03A-F147-FF82-7C31-7A12EF10F770}"/>
              </a:ext>
            </a:extLst>
          </p:cNvPr>
          <p:cNvSpPr txBox="1"/>
          <p:nvPr/>
        </p:nvSpPr>
        <p:spPr>
          <a:xfrm>
            <a:off x="1426028" y="542700"/>
            <a:ext cx="3548743" cy="584775"/>
          </a:xfrm>
          <a:prstGeom prst="rect">
            <a:avLst/>
          </a:prstGeom>
          <a:noFill/>
        </p:spPr>
        <p:txBody>
          <a:bodyPr wrap="square" rtlCol="0">
            <a:spAutoFit/>
          </a:bodyPr>
          <a:lstStyle/>
          <a:p>
            <a:r>
              <a:rPr lang="ja-JP" altLang="en-US" sz="3200" b="1">
                <a:solidFill>
                  <a:srgbClr val="5B4636"/>
                </a:solidFill>
              </a:rPr>
              <a:t>サービス概要</a:t>
            </a:r>
            <a:endParaRPr kumimoji="1" lang="ja-JP" altLang="en-US" sz="3200" b="1">
              <a:solidFill>
                <a:srgbClr val="5B4636"/>
              </a:solidFill>
            </a:endParaRPr>
          </a:p>
        </p:txBody>
      </p:sp>
      <p:sp>
        <p:nvSpPr>
          <p:cNvPr id="4" name="テキスト ボックス 3">
            <a:extLst>
              <a:ext uri="{FF2B5EF4-FFF2-40B4-BE49-F238E27FC236}">
                <a16:creationId xmlns:a16="http://schemas.microsoft.com/office/drawing/2014/main" id="{948A07F5-7C70-C070-2973-7D89AFAB64B6}"/>
              </a:ext>
            </a:extLst>
          </p:cNvPr>
          <p:cNvSpPr txBox="1"/>
          <p:nvPr/>
        </p:nvSpPr>
        <p:spPr>
          <a:xfrm>
            <a:off x="1591127" y="1525058"/>
            <a:ext cx="5446486" cy="523220"/>
          </a:xfrm>
          <a:prstGeom prst="rect">
            <a:avLst/>
          </a:prstGeom>
          <a:noFill/>
        </p:spPr>
        <p:txBody>
          <a:bodyPr wrap="square" rtlCol="0">
            <a:spAutoFit/>
          </a:bodyPr>
          <a:lstStyle/>
          <a:p>
            <a:r>
              <a:rPr lang="ja-JP" altLang="en-US" sz="2800" b="1" dirty="0">
                <a:solidFill>
                  <a:srgbClr val="8A9A7B"/>
                </a:solidFill>
              </a:rPr>
              <a:t>幅広い年代に使ってもらいたい</a:t>
            </a:r>
            <a:endParaRPr lang="en-US" altLang="ja-JP" sz="2800" b="1" dirty="0">
              <a:solidFill>
                <a:srgbClr val="8A9A7B"/>
              </a:solidFill>
            </a:endParaRPr>
          </a:p>
        </p:txBody>
      </p:sp>
      <p:pic>
        <p:nvPicPr>
          <p:cNvPr id="5" name="グラフィックス 4" descr="寸法直しと仕立て 単色塗りつぶし">
            <a:extLst>
              <a:ext uri="{FF2B5EF4-FFF2-40B4-BE49-F238E27FC236}">
                <a16:creationId xmlns:a16="http://schemas.microsoft.com/office/drawing/2014/main" id="{B196E706-E4CF-8E85-83EA-AD2DB8106C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1886" y="376169"/>
            <a:ext cx="914400" cy="914400"/>
          </a:xfrm>
          <a:prstGeom prst="rect">
            <a:avLst/>
          </a:prstGeom>
        </p:spPr>
      </p:pic>
      <p:sp>
        <p:nvSpPr>
          <p:cNvPr id="7" name="テキスト ボックス 6">
            <a:extLst>
              <a:ext uri="{FF2B5EF4-FFF2-40B4-BE49-F238E27FC236}">
                <a16:creationId xmlns:a16="http://schemas.microsoft.com/office/drawing/2014/main" id="{03ED7AE4-D5A2-E1F4-D193-874A432B17A6}"/>
              </a:ext>
            </a:extLst>
          </p:cNvPr>
          <p:cNvSpPr txBox="1"/>
          <p:nvPr/>
        </p:nvSpPr>
        <p:spPr>
          <a:xfrm>
            <a:off x="1767114" y="2540078"/>
            <a:ext cx="7347857" cy="523220"/>
          </a:xfrm>
          <a:prstGeom prst="rect">
            <a:avLst/>
          </a:prstGeom>
          <a:noFill/>
        </p:spPr>
        <p:txBody>
          <a:bodyPr wrap="square" rtlCol="0">
            <a:spAutoFit/>
          </a:bodyPr>
          <a:lstStyle/>
          <a:p>
            <a:r>
              <a:rPr lang="ja-JP" altLang="en-US" sz="2800" dirty="0">
                <a:solidFill>
                  <a:srgbClr val="5B4636"/>
                </a:solidFill>
              </a:rPr>
              <a:t>　　　主婦の方がハンドメイド商品を作る</a:t>
            </a:r>
            <a:endParaRPr lang="en-US" altLang="ja-JP" sz="2800" dirty="0">
              <a:solidFill>
                <a:srgbClr val="5B4636"/>
              </a:solidFill>
            </a:endParaRPr>
          </a:p>
        </p:txBody>
      </p:sp>
      <p:sp>
        <p:nvSpPr>
          <p:cNvPr id="8" name="テキスト ボックス 7">
            <a:extLst>
              <a:ext uri="{FF2B5EF4-FFF2-40B4-BE49-F238E27FC236}">
                <a16:creationId xmlns:a16="http://schemas.microsoft.com/office/drawing/2014/main" id="{49BDB551-D40C-C89E-C8AD-355F0C7E0ED0}"/>
              </a:ext>
            </a:extLst>
          </p:cNvPr>
          <p:cNvSpPr txBox="1"/>
          <p:nvPr/>
        </p:nvSpPr>
        <p:spPr>
          <a:xfrm>
            <a:off x="1658257" y="4941067"/>
            <a:ext cx="9220200" cy="523220"/>
          </a:xfrm>
          <a:prstGeom prst="rect">
            <a:avLst/>
          </a:prstGeom>
          <a:noFill/>
        </p:spPr>
        <p:txBody>
          <a:bodyPr wrap="square" rtlCol="0">
            <a:spAutoFit/>
          </a:bodyPr>
          <a:lstStyle/>
          <a:p>
            <a:r>
              <a:rPr lang="ja-JP" altLang="en-US" sz="2800" dirty="0">
                <a:solidFill>
                  <a:srgbClr val="5B4636"/>
                </a:solidFill>
              </a:rPr>
              <a:t>学生や若い方が手に取りやすい価格で商品を購入する</a:t>
            </a:r>
            <a:endParaRPr lang="en-US" altLang="ja-JP" sz="2800" dirty="0">
              <a:solidFill>
                <a:srgbClr val="5B4636"/>
              </a:solidFill>
            </a:endParaRPr>
          </a:p>
        </p:txBody>
      </p:sp>
      <p:sp>
        <p:nvSpPr>
          <p:cNvPr id="9" name="矢印: 下 8">
            <a:extLst>
              <a:ext uri="{FF2B5EF4-FFF2-40B4-BE49-F238E27FC236}">
                <a16:creationId xmlns:a16="http://schemas.microsoft.com/office/drawing/2014/main" id="{9BB998D8-E92A-8CF0-CAA5-ABA738A42087}"/>
              </a:ext>
            </a:extLst>
          </p:cNvPr>
          <p:cNvSpPr/>
          <p:nvPr/>
        </p:nvSpPr>
        <p:spPr>
          <a:xfrm>
            <a:off x="5156198" y="3148242"/>
            <a:ext cx="566058" cy="523476"/>
          </a:xfrm>
          <a:prstGeom prst="downArrow">
            <a:avLst/>
          </a:prstGeom>
          <a:solidFill>
            <a:srgbClr val="E1D0C1"/>
          </a:solidFill>
          <a:ln>
            <a:solidFill>
              <a:srgbClr val="B97A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グラフィックス 9" descr="小さい円の付いたグリッド">
            <a:extLst>
              <a:ext uri="{FF2B5EF4-FFF2-40B4-BE49-F238E27FC236}">
                <a16:creationId xmlns:a16="http://schemas.microsoft.com/office/drawing/2014/main" id="{05488512-2078-EAC9-1D89-4EC6894B4AC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22454" y="-659193"/>
            <a:ext cx="5341257" cy="5341257"/>
          </a:xfrm>
          <a:prstGeom prst="rect">
            <a:avLst/>
          </a:prstGeom>
        </p:spPr>
      </p:pic>
      <p:sp>
        <p:nvSpPr>
          <p:cNvPr id="14" name="テキスト ボックス 13">
            <a:extLst>
              <a:ext uri="{FF2B5EF4-FFF2-40B4-BE49-F238E27FC236}">
                <a16:creationId xmlns:a16="http://schemas.microsoft.com/office/drawing/2014/main" id="{177D1139-AF89-C22E-8991-F05A5BCFA343}"/>
              </a:ext>
            </a:extLst>
          </p:cNvPr>
          <p:cNvSpPr txBox="1"/>
          <p:nvPr/>
        </p:nvSpPr>
        <p:spPr>
          <a:xfrm>
            <a:off x="3084285" y="6246511"/>
            <a:ext cx="7347857" cy="523220"/>
          </a:xfrm>
          <a:prstGeom prst="rect">
            <a:avLst/>
          </a:prstGeom>
          <a:noFill/>
        </p:spPr>
        <p:txBody>
          <a:bodyPr wrap="square" rtlCol="0">
            <a:spAutoFit/>
          </a:bodyPr>
          <a:lstStyle/>
          <a:p>
            <a:r>
              <a:rPr lang="ja-JP" altLang="en-US" sz="2800" dirty="0">
                <a:solidFill>
                  <a:srgbClr val="5B4636"/>
                </a:solidFill>
              </a:rPr>
              <a:t>　　利用者がレビューする</a:t>
            </a:r>
            <a:endParaRPr lang="en-US" altLang="ja-JP" sz="2800" dirty="0">
              <a:solidFill>
                <a:srgbClr val="5B4636"/>
              </a:solidFill>
            </a:endParaRPr>
          </a:p>
        </p:txBody>
      </p:sp>
      <p:sp>
        <p:nvSpPr>
          <p:cNvPr id="16" name="テキスト ボックス 15">
            <a:extLst>
              <a:ext uri="{FF2B5EF4-FFF2-40B4-BE49-F238E27FC236}">
                <a16:creationId xmlns:a16="http://schemas.microsoft.com/office/drawing/2014/main" id="{FB96E798-FD9F-38AE-07DE-92A9000C632D}"/>
              </a:ext>
            </a:extLst>
          </p:cNvPr>
          <p:cNvSpPr txBox="1"/>
          <p:nvPr/>
        </p:nvSpPr>
        <p:spPr>
          <a:xfrm>
            <a:off x="3084285" y="3730969"/>
            <a:ext cx="7347857" cy="523220"/>
          </a:xfrm>
          <a:prstGeom prst="rect">
            <a:avLst/>
          </a:prstGeom>
          <a:noFill/>
        </p:spPr>
        <p:txBody>
          <a:bodyPr wrap="square" rtlCol="0">
            <a:spAutoFit/>
          </a:bodyPr>
          <a:lstStyle/>
          <a:p>
            <a:r>
              <a:rPr lang="ja-JP" altLang="en-US" sz="2800" dirty="0">
                <a:solidFill>
                  <a:srgbClr val="5B4636"/>
                </a:solidFill>
              </a:rPr>
              <a:t>　　　商品を出品する</a:t>
            </a:r>
            <a:endParaRPr lang="en-US" altLang="ja-JP" sz="2800" dirty="0">
              <a:solidFill>
                <a:srgbClr val="5B4636"/>
              </a:solidFill>
            </a:endParaRPr>
          </a:p>
        </p:txBody>
      </p:sp>
      <p:sp>
        <p:nvSpPr>
          <p:cNvPr id="18" name="矢印: 下 17">
            <a:extLst>
              <a:ext uri="{FF2B5EF4-FFF2-40B4-BE49-F238E27FC236}">
                <a16:creationId xmlns:a16="http://schemas.microsoft.com/office/drawing/2014/main" id="{E26EF5D9-E7F2-B7C6-CDC9-182EA073C516}"/>
              </a:ext>
            </a:extLst>
          </p:cNvPr>
          <p:cNvSpPr/>
          <p:nvPr/>
        </p:nvSpPr>
        <p:spPr>
          <a:xfrm>
            <a:off x="5156198" y="4303711"/>
            <a:ext cx="566058" cy="523476"/>
          </a:xfrm>
          <a:prstGeom prst="downArrow">
            <a:avLst/>
          </a:prstGeom>
          <a:solidFill>
            <a:srgbClr val="E1D0C1"/>
          </a:solidFill>
          <a:ln>
            <a:solidFill>
              <a:srgbClr val="B97A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矢印: 下 19">
            <a:extLst>
              <a:ext uri="{FF2B5EF4-FFF2-40B4-BE49-F238E27FC236}">
                <a16:creationId xmlns:a16="http://schemas.microsoft.com/office/drawing/2014/main" id="{2E333CE4-6A82-447F-5450-3852DD04A27E}"/>
              </a:ext>
            </a:extLst>
          </p:cNvPr>
          <p:cNvSpPr/>
          <p:nvPr/>
        </p:nvSpPr>
        <p:spPr>
          <a:xfrm>
            <a:off x="5156198" y="5619789"/>
            <a:ext cx="566058" cy="523476"/>
          </a:xfrm>
          <a:prstGeom prst="downArrow">
            <a:avLst/>
          </a:prstGeom>
          <a:solidFill>
            <a:srgbClr val="E1D0C1"/>
          </a:solidFill>
          <a:ln>
            <a:solidFill>
              <a:srgbClr val="B97A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864823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図 11">
            <a:extLst>
              <a:ext uri="{FF2B5EF4-FFF2-40B4-BE49-F238E27FC236}">
                <a16:creationId xmlns:a16="http://schemas.microsoft.com/office/drawing/2014/main" id="{F55D941C-2BE3-118B-F566-743CADC41B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8" y="0"/>
            <a:ext cx="12185522" cy="6858000"/>
          </a:xfrm>
          <a:prstGeom prst="rect">
            <a:avLst/>
          </a:prstGeom>
        </p:spPr>
      </p:pic>
      <p:sp>
        <p:nvSpPr>
          <p:cNvPr id="31" name="テキスト ボックス 30">
            <a:extLst>
              <a:ext uri="{FF2B5EF4-FFF2-40B4-BE49-F238E27FC236}">
                <a16:creationId xmlns:a16="http://schemas.microsoft.com/office/drawing/2014/main" id="{621857EF-273D-E341-8369-AA6E251BE65C}"/>
              </a:ext>
            </a:extLst>
          </p:cNvPr>
          <p:cNvSpPr txBox="1"/>
          <p:nvPr/>
        </p:nvSpPr>
        <p:spPr>
          <a:xfrm>
            <a:off x="1387928" y="540981"/>
            <a:ext cx="9829800" cy="584775"/>
          </a:xfrm>
          <a:prstGeom prst="rect">
            <a:avLst/>
          </a:prstGeom>
          <a:noFill/>
        </p:spPr>
        <p:txBody>
          <a:bodyPr wrap="square" rtlCol="0">
            <a:spAutoFit/>
          </a:bodyPr>
          <a:lstStyle/>
          <a:p>
            <a:r>
              <a:rPr lang="ja-JP" altLang="en-US" sz="3200" b="1">
                <a:solidFill>
                  <a:srgbClr val="5B4636"/>
                </a:solidFill>
              </a:rPr>
              <a:t>システム機能一覧（基本機能）</a:t>
            </a:r>
          </a:p>
        </p:txBody>
      </p:sp>
      <p:pic>
        <p:nvPicPr>
          <p:cNvPr id="32" name="グラフィックス 31" descr="寸法直しと仕立て 単色塗りつぶし">
            <a:extLst>
              <a:ext uri="{FF2B5EF4-FFF2-40B4-BE49-F238E27FC236}">
                <a16:creationId xmlns:a16="http://schemas.microsoft.com/office/drawing/2014/main" id="{440E5A41-E376-D217-ABA9-0FA12EADB8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1886" y="376169"/>
            <a:ext cx="914400" cy="914400"/>
          </a:xfrm>
          <a:prstGeom prst="rect">
            <a:avLst/>
          </a:prstGeom>
        </p:spPr>
      </p:pic>
      <p:pic>
        <p:nvPicPr>
          <p:cNvPr id="2" name="図 1" descr="テーブル&#10;&#10;AI 生成コンテンツは間違っている可能性があります。">
            <a:extLst>
              <a:ext uri="{FF2B5EF4-FFF2-40B4-BE49-F238E27FC236}">
                <a16:creationId xmlns:a16="http://schemas.microsoft.com/office/drawing/2014/main" id="{43526E2D-C7CC-C4A0-E9B7-6F9E0CC856B1}"/>
              </a:ext>
            </a:extLst>
          </p:cNvPr>
          <p:cNvPicPr>
            <a:picLocks noChangeAspect="1"/>
          </p:cNvPicPr>
          <p:nvPr/>
        </p:nvPicPr>
        <p:blipFill>
          <a:blip r:embed="rId5"/>
          <a:stretch>
            <a:fillRect/>
          </a:stretch>
        </p:blipFill>
        <p:spPr>
          <a:xfrm>
            <a:off x="609600" y="1290908"/>
            <a:ext cx="10980058" cy="5379271"/>
          </a:xfrm>
          <a:prstGeom prst="rect">
            <a:avLst/>
          </a:prstGeom>
        </p:spPr>
      </p:pic>
    </p:spTree>
    <p:extLst>
      <p:ext uri="{BB962C8B-B14F-4D97-AF65-F5344CB8AC3E}">
        <p14:creationId xmlns:p14="http://schemas.microsoft.com/office/powerpoint/2010/main" val="74431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47529-0B52-3160-071D-88AE825748C8}"/>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0C489E65-2F49-A387-ED7A-CF40E5E5F2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8" y="0"/>
            <a:ext cx="12185522" cy="6858000"/>
          </a:xfrm>
          <a:prstGeom prst="rect">
            <a:avLst/>
          </a:prstGeom>
        </p:spPr>
      </p:pic>
      <p:sp>
        <p:nvSpPr>
          <p:cNvPr id="4" name="テキスト ボックス 3">
            <a:extLst>
              <a:ext uri="{FF2B5EF4-FFF2-40B4-BE49-F238E27FC236}">
                <a16:creationId xmlns:a16="http://schemas.microsoft.com/office/drawing/2014/main" id="{5F9BBFA1-054F-707D-6E4B-209A69B212D5}"/>
              </a:ext>
            </a:extLst>
          </p:cNvPr>
          <p:cNvSpPr txBox="1"/>
          <p:nvPr/>
        </p:nvSpPr>
        <p:spPr>
          <a:xfrm>
            <a:off x="1306286" y="540981"/>
            <a:ext cx="9829800" cy="584775"/>
          </a:xfrm>
          <a:prstGeom prst="rect">
            <a:avLst/>
          </a:prstGeom>
          <a:noFill/>
        </p:spPr>
        <p:txBody>
          <a:bodyPr wrap="square" lIns="91440" tIns="45720" rIns="91440" bIns="45720" rtlCol="0" anchor="t">
            <a:spAutoFit/>
          </a:bodyPr>
          <a:lstStyle/>
          <a:p>
            <a:r>
              <a:rPr lang="ja-JP" altLang="en-US" sz="3200" b="1">
                <a:solidFill>
                  <a:srgbClr val="5B4636"/>
                </a:solidFill>
                <a:ea typeface="游ゴシック"/>
              </a:rPr>
              <a:t>システム機能一覧（オリジナル機能・管理者機能）</a:t>
            </a:r>
          </a:p>
        </p:txBody>
      </p:sp>
      <p:pic>
        <p:nvPicPr>
          <p:cNvPr id="5" name="グラフィックス 4" descr="寸法直しと仕立て 単色塗りつぶし">
            <a:extLst>
              <a:ext uri="{FF2B5EF4-FFF2-40B4-BE49-F238E27FC236}">
                <a16:creationId xmlns:a16="http://schemas.microsoft.com/office/drawing/2014/main" id="{A3D6F2DD-9E4A-A40E-B617-4BBB292F97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1886" y="376169"/>
            <a:ext cx="914400" cy="914400"/>
          </a:xfrm>
          <a:prstGeom prst="rect">
            <a:avLst/>
          </a:prstGeom>
        </p:spPr>
      </p:pic>
      <p:pic>
        <p:nvPicPr>
          <p:cNvPr id="6" name="図 5">
            <a:extLst>
              <a:ext uri="{FF2B5EF4-FFF2-40B4-BE49-F238E27FC236}">
                <a16:creationId xmlns:a16="http://schemas.microsoft.com/office/drawing/2014/main" id="{C06904E1-6930-6571-BC9E-64039C9176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958" y="1290568"/>
            <a:ext cx="10872083" cy="5303276"/>
          </a:xfrm>
          <a:prstGeom prst="rect">
            <a:avLst/>
          </a:prstGeom>
        </p:spPr>
      </p:pic>
    </p:spTree>
    <p:extLst>
      <p:ext uri="{BB962C8B-B14F-4D97-AF65-F5344CB8AC3E}">
        <p14:creationId xmlns:p14="http://schemas.microsoft.com/office/powerpoint/2010/main" val="1567423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EC424689-DA56-DDA6-2F1F-9A91A3913D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5522" cy="6858000"/>
          </a:xfrm>
          <a:prstGeom prst="rect">
            <a:avLst/>
          </a:prstGeom>
        </p:spPr>
      </p:pic>
      <p:sp>
        <p:nvSpPr>
          <p:cNvPr id="5" name="テキスト ボックス 4">
            <a:extLst>
              <a:ext uri="{FF2B5EF4-FFF2-40B4-BE49-F238E27FC236}">
                <a16:creationId xmlns:a16="http://schemas.microsoft.com/office/drawing/2014/main" id="{E5D1B13B-F196-CDF0-4DA1-89632076A30E}"/>
              </a:ext>
            </a:extLst>
          </p:cNvPr>
          <p:cNvSpPr txBox="1"/>
          <p:nvPr/>
        </p:nvSpPr>
        <p:spPr>
          <a:xfrm>
            <a:off x="1306286" y="548295"/>
            <a:ext cx="3287486" cy="584775"/>
          </a:xfrm>
          <a:prstGeom prst="rect">
            <a:avLst/>
          </a:prstGeom>
          <a:noFill/>
        </p:spPr>
        <p:txBody>
          <a:bodyPr wrap="square" rtlCol="0">
            <a:spAutoFit/>
          </a:bodyPr>
          <a:lstStyle/>
          <a:p>
            <a:r>
              <a:rPr kumimoji="1" lang="ja-JP" altLang="en-US" sz="3200" b="1">
                <a:solidFill>
                  <a:srgbClr val="5B4636"/>
                </a:solidFill>
              </a:rPr>
              <a:t>ロードマップ</a:t>
            </a:r>
          </a:p>
        </p:txBody>
      </p:sp>
      <p:cxnSp>
        <p:nvCxnSpPr>
          <p:cNvPr id="9" name="直線コネクタ 8">
            <a:extLst>
              <a:ext uri="{FF2B5EF4-FFF2-40B4-BE49-F238E27FC236}">
                <a16:creationId xmlns:a16="http://schemas.microsoft.com/office/drawing/2014/main" id="{2C13B15D-4AE5-9F38-0693-98C1296739A8}"/>
              </a:ext>
            </a:extLst>
          </p:cNvPr>
          <p:cNvCxnSpPr/>
          <p:nvPr/>
        </p:nvCxnSpPr>
        <p:spPr>
          <a:xfrm>
            <a:off x="0" y="4386941"/>
            <a:ext cx="12185522" cy="0"/>
          </a:xfrm>
          <a:prstGeom prst="line">
            <a:avLst/>
          </a:prstGeom>
          <a:ln w="76200">
            <a:solidFill>
              <a:srgbClr val="5B4636"/>
            </a:solidFill>
          </a:ln>
        </p:spPr>
        <p:style>
          <a:lnRef idx="2">
            <a:schemeClr val="accent1"/>
          </a:lnRef>
          <a:fillRef idx="0">
            <a:schemeClr val="accent1"/>
          </a:fillRef>
          <a:effectRef idx="1">
            <a:schemeClr val="accent1"/>
          </a:effectRef>
          <a:fontRef idx="minor">
            <a:schemeClr val="tx1"/>
          </a:fontRef>
        </p:style>
      </p:cxnSp>
      <p:pic>
        <p:nvPicPr>
          <p:cNvPr id="12" name="グラフィックス 11" descr="寸法直しと仕立て 単色塗りつぶし">
            <a:extLst>
              <a:ext uri="{FF2B5EF4-FFF2-40B4-BE49-F238E27FC236}">
                <a16:creationId xmlns:a16="http://schemas.microsoft.com/office/drawing/2014/main" id="{C51D7A72-2EEE-5187-3356-1A8B5A6160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1886" y="376169"/>
            <a:ext cx="914400" cy="914400"/>
          </a:xfrm>
          <a:prstGeom prst="rect">
            <a:avLst/>
          </a:prstGeom>
        </p:spPr>
      </p:pic>
      <p:grpSp>
        <p:nvGrpSpPr>
          <p:cNvPr id="32" name="グループ化 31">
            <a:extLst>
              <a:ext uri="{FF2B5EF4-FFF2-40B4-BE49-F238E27FC236}">
                <a16:creationId xmlns:a16="http://schemas.microsoft.com/office/drawing/2014/main" id="{8DAC265B-2914-8951-30BD-9DEFCEBD571B}"/>
              </a:ext>
            </a:extLst>
          </p:cNvPr>
          <p:cNvGrpSpPr/>
          <p:nvPr/>
        </p:nvGrpSpPr>
        <p:grpSpPr>
          <a:xfrm>
            <a:off x="6478" y="1494266"/>
            <a:ext cx="12185522" cy="2282701"/>
            <a:chOff x="6478" y="1863091"/>
            <a:chExt cx="12185522" cy="2282701"/>
          </a:xfrm>
        </p:grpSpPr>
        <p:cxnSp>
          <p:nvCxnSpPr>
            <p:cNvPr id="7" name="直線コネクタ 6">
              <a:extLst>
                <a:ext uri="{FF2B5EF4-FFF2-40B4-BE49-F238E27FC236}">
                  <a16:creationId xmlns:a16="http://schemas.microsoft.com/office/drawing/2014/main" id="{DB742BBA-FC16-3252-EDCC-4B8C1AEF19E1}"/>
                </a:ext>
              </a:extLst>
            </p:cNvPr>
            <p:cNvCxnSpPr/>
            <p:nvPr/>
          </p:nvCxnSpPr>
          <p:spPr>
            <a:xfrm>
              <a:off x="6478" y="2231571"/>
              <a:ext cx="12185522" cy="0"/>
            </a:xfrm>
            <a:prstGeom prst="line">
              <a:avLst/>
            </a:prstGeom>
            <a:ln w="76200">
              <a:solidFill>
                <a:srgbClr val="5B4636"/>
              </a:solidFill>
            </a:ln>
          </p:spPr>
          <p:style>
            <a:lnRef idx="2">
              <a:schemeClr val="accent1"/>
            </a:lnRef>
            <a:fillRef idx="0">
              <a:schemeClr val="accent1"/>
            </a:fillRef>
            <a:effectRef idx="1">
              <a:schemeClr val="accent1"/>
            </a:effectRef>
            <a:fontRef idx="minor">
              <a:schemeClr val="tx1"/>
            </a:fontRef>
          </p:style>
        </p:cxnSp>
        <p:grpSp>
          <p:nvGrpSpPr>
            <p:cNvPr id="10" name="グループ化 9">
              <a:extLst>
                <a:ext uri="{FF2B5EF4-FFF2-40B4-BE49-F238E27FC236}">
                  <a16:creationId xmlns:a16="http://schemas.microsoft.com/office/drawing/2014/main" id="{97345BD4-81D1-214F-4F66-1B766B934C13}"/>
                </a:ext>
              </a:extLst>
            </p:cNvPr>
            <p:cNvGrpSpPr/>
            <p:nvPr/>
          </p:nvGrpSpPr>
          <p:grpSpPr>
            <a:xfrm>
              <a:off x="383978" y="1885412"/>
              <a:ext cx="2315941" cy="2248461"/>
              <a:chOff x="1012630" y="1895958"/>
              <a:chExt cx="2315941" cy="2248461"/>
            </a:xfrm>
          </p:grpSpPr>
          <p:pic>
            <p:nvPicPr>
              <p:cNvPr id="6" name="グラフィックス 5" descr="衣類のハンガー 単色塗りつぶし">
                <a:extLst>
                  <a:ext uri="{FF2B5EF4-FFF2-40B4-BE49-F238E27FC236}">
                    <a16:creationId xmlns:a16="http://schemas.microsoft.com/office/drawing/2014/main" id="{B3775FD5-ABF9-174B-37E5-1261BA069C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4885" y="1895958"/>
                <a:ext cx="1230087" cy="1230087"/>
              </a:xfrm>
              <a:prstGeom prst="rect">
                <a:avLst/>
              </a:prstGeom>
            </p:spPr>
          </p:pic>
          <p:sp>
            <p:nvSpPr>
              <p:cNvPr id="8" name="四角形: 角を丸くする 7">
                <a:extLst>
                  <a:ext uri="{FF2B5EF4-FFF2-40B4-BE49-F238E27FC236}">
                    <a16:creationId xmlns:a16="http://schemas.microsoft.com/office/drawing/2014/main" id="{D38C81E4-F001-0639-9DEE-A5F0E45D9110}"/>
                  </a:ext>
                </a:extLst>
              </p:cNvPr>
              <p:cNvSpPr/>
              <p:nvPr/>
            </p:nvSpPr>
            <p:spPr>
              <a:xfrm>
                <a:off x="1012630" y="2924315"/>
                <a:ext cx="2315941" cy="1220104"/>
              </a:xfrm>
              <a:prstGeom prst="roundRect">
                <a:avLst/>
              </a:prstGeom>
              <a:solidFill>
                <a:srgbClr val="EFE6DE"/>
              </a:solidFill>
              <a:ln>
                <a:solidFill>
                  <a:srgbClr val="B97A56"/>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kumimoji="1" lang="ja-JP" altLang="en-US" sz="2000" dirty="0">
                    <a:ln w="0"/>
                    <a:solidFill>
                      <a:schemeClr val="tx1"/>
                    </a:solidFill>
                    <a:effectLst>
                      <a:outerShdw blurRad="38100" dist="19050" dir="2700000" algn="tl" rotWithShape="0">
                        <a:schemeClr val="dk1">
                          <a:alpha val="40000"/>
                        </a:schemeClr>
                      </a:outerShdw>
                    </a:effectLst>
                  </a:rPr>
                  <a:t>要件定義</a:t>
                </a:r>
                <a:endParaRPr kumimoji="1" lang="en-US" altLang="ja-JP" sz="2000" dirty="0">
                  <a:ln w="0"/>
                  <a:solidFill>
                    <a:schemeClr val="tx1"/>
                  </a:solidFill>
                  <a:effectLst>
                    <a:outerShdw blurRad="38100" dist="19050" dir="2700000" algn="tl" rotWithShape="0">
                      <a:schemeClr val="dk1">
                        <a:alpha val="40000"/>
                      </a:schemeClr>
                    </a:outerShdw>
                  </a:effectLst>
                </a:endParaRPr>
              </a:p>
              <a:p>
                <a:pPr algn="ctr">
                  <a:lnSpc>
                    <a:spcPct val="150000"/>
                  </a:lnSpc>
                </a:pPr>
                <a:r>
                  <a:rPr lang="en-US" altLang="ja-JP" sz="1600" dirty="0">
                    <a:ln w="0"/>
                    <a:solidFill>
                      <a:schemeClr val="tx1"/>
                    </a:solidFill>
                    <a:effectLst>
                      <a:outerShdw blurRad="38100" dist="19050" dir="2700000" algn="tl" rotWithShape="0">
                        <a:schemeClr val="dk1">
                          <a:alpha val="40000"/>
                        </a:schemeClr>
                      </a:outerShdw>
                    </a:effectLst>
                  </a:rPr>
                  <a:t>7</a:t>
                </a:r>
                <a:r>
                  <a:rPr lang="ja-JP" altLang="en-US" sz="1600" dirty="0">
                    <a:ln w="0"/>
                    <a:solidFill>
                      <a:schemeClr val="tx1"/>
                    </a:solidFill>
                    <a:effectLst>
                      <a:outerShdw blurRad="38100" dist="19050" dir="2700000" algn="tl" rotWithShape="0">
                        <a:schemeClr val="dk1">
                          <a:alpha val="40000"/>
                        </a:schemeClr>
                      </a:outerShdw>
                    </a:effectLst>
                  </a:rPr>
                  <a:t>月</a:t>
                </a:r>
                <a:r>
                  <a:rPr lang="en-US" altLang="ja-JP" sz="1600" dirty="0">
                    <a:ln w="0"/>
                    <a:solidFill>
                      <a:schemeClr val="tx1"/>
                    </a:solidFill>
                    <a:effectLst>
                      <a:outerShdw blurRad="38100" dist="19050" dir="2700000" algn="tl" rotWithShape="0">
                        <a:schemeClr val="dk1">
                          <a:alpha val="40000"/>
                        </a:schemeClr>
                      </a:outerShdw>
                    </a:effectLst>
                  </a:rPr>
                  <a:t>25</a:t>
                </a:r>
                <a:r>
                  <a:rPr lang="ja-JP" altLang="en-US" sz="1600" dirty="0">
                    <a:ln w="0"/>
                    <a:solidFill>
                      <a:schemeClr val="tx1"/>
                    </a:solidFill>
                    <a:effectLst>
                      <a:outerShdw blurRad="38100" dist="19050" dir="2700000" algn="tl" rotWithShape="0">
                        <a:schemeClr val="dk1">
                          <a:alpha val="40000"/>
                        </a:schemeClr>
                      </a:outerShdw>
                    </a:effectLst>
                  </a:rPr>
                  <a:t>日</a:t>
                </a:r>
                <a:endParaRPr kumimoji="1" lang="ja-JP" altLang="en-US" sz="1600" dirty="0">
                  <a:ln w="0"/>
                  <a:solidFill>
                    <a:schemeClr val="tx1"/>
                  </a:solidFill>
                  <a:effectLst>
                    <a:outerShdw blurRad="38100" dist="19050" dir="2700000" algn="tl" rotWithShape="0">
                      <a:schemeClr val="dk1">
                        <a:alpha val="40000"/>
                      </a:schemeClr>
                    </a:outerShdw>
                  </a:effectLst>
                </a:endParaRPr>
              </a:p>
            </p:txBody>
          </p:sp>
          <p:sp>
            <p:nvSpPr>
              <p:cNvPr id="2" name="楕円 1">
                <a:extLst>
                  <a:ext uri="{FF2B5EF4-FFF2-40B4-BE49-F238E27FC236}">
                    <a16:creationId xmlns:a16="http://schemas.microsoft.com/office/drawing/2014/main" id="{9FB51476-D0E3-DC06-AAD7-B8E3F869877D}"/>
                  </a:ext>
                </a:extLst>
              </p:cNvPr>
              <p:cNvSpPr/>
              <p:nvPr/>
            </p:nvSpPr>
            <p:spPr>
              <a:xfrm>
                <a:off x="1894199" y="2662142"/>
                <a:ext cx="489857" cy="426373"/>
              </a:xfrm>
              <a:prstGeom prst="ellipse">
                <a:avLst/>
              </a:prstGeom>
              <a:solidFill>
                <a:srgbClr val="E1D0C1"/>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00D47D82-9B4C-C4F8-EA2D-949F7B36DC2C}"/>
                  </a:ext>
                </a:extLst>
              </p:cNvPr>
              <p:cNvSpPr txBox="1"/>
              <p:nvPr/>
            </p:nvSpPr>
            <p:spPr>
              <a:xfrm>
                <a:off x="1912910" y="2717639"/>
                <a:ext cx="555172" cy="400110"/>
              </a:xfrm>
              <a:prstGeom prst="rect">
                <a:avLst/>
              </a:prstGeom>
              <a:noFill/>
            </p:spPr>
            <p:txBody>
              <a:bodyPr wrap="square" rtlCol="0">
                <a:spAutoFit/>
              </a:bodyPr>
              <a:lstStyle/>
              <a:p>
                <a:r>
                  <a:rPr lang="ja-JP" altLang="en-US" sz="2000" b="1">
                    <a:solidFill>
                      <a:srgbClr val="5B4636"/>
                    </a:solidFill>
                  </a:rPr>
                  <a:t>１</a:t>
                </a:r>
                <a:endParaRPr kumimoji="1" lang="ja-JP" altLang="en-US" sz="2000" b="1">
                  <a:solidFill>
                    <a:srgbClr val="5B4636"/>
                  </a:solidFill>
                </a:endParaRPr>
              </a:p>
            </p:txBody>
          </p:sp>
        </p:grpSp>
        <p:grpSp>
          <p:nvGrpSpPr>
            <p:cNvPr id="11" name="グループ化 10">
              <a:extLst>
                <a:ext uri="{FF2B5EF4-FFF2-40B4-BE49-F238E27FC236}">
                  <a16:creationId xmlns:a16="http://schemas.microsoft.com/office/drawing/2014/main" id="{C8E49BB3-2C87-0234-F519-6E04C0805C3E}"/>
                </a:ext>
              </a:extLst>
            </p:cNvPr>
            <p:cNvGrpSpPr/>
            <p:nvPr/>
          </p:nvGrpSpPr>
          <p:grpSpPr>
            <a:xfrm>
              <a:off x="3150476" y="1863091"/>
              <a:ext cx="2914132" cy="2270782"/>
              <a:chOff x="692862" y="1858580"/>
              <a:chExt cx="2914132" cy="2270782"/>
            </a:xfrm>
          </p:grpSpPr>
          <p:pic>
            <p:nvPicPr>
              <p:cNvPr id="13" name="グラフィックス 12" descr="衣類のハンガー 単色塗りつぶし">
                <a:extLst>
                  <a:ext uri="{FF2B5EF4-FFF2-40B4-BE49-F238E27FC236}">
                    <a16:creationId xmlns:a16="http://schemas.microsoft.com/office/drawing/2014/main" id="{A77523D1-516C-84C1-7FF5-2DBF06ABB9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4885" y="1858580"/>
                <a:ext cx="1230087" cy="1230087"/>
              </a:xfrm>
              <a:prstGeom prst="rect">
                <a:avLst/>
              </a:prstGeom>
            </p:spPr>
          </p:pic>
          <p:sp>
            <p:nvSpPr>
              <p:cNvPr id="14" name="四角形: 角を丸くする 13">
                <a:extLst>
                  <a:ext uri="{FF2B5EF4-FFF2-40B4-BE49-F238E27FC236}">
                    <a16:creationId xmlns:a16="http://schemas.microsoft.com/office/drawing/2014/main" id="{5F29ADF4-6C43-4A83-B863-347B17084BCB}"/>
                  </a:ext>
                </a:extLst>
              </p:cNvPr>
              <p:cNvSpPr/>
              <p:nvPr/>
            </p:nvSpPr>
            <p:spPr>
              <a:xfrm>
                <a:off x="692862" y="2909258"/>
                <a:ext cx="2914132" cy="1220104"/>
              </a:xfrm>
              <a:prstGeom prst="roundRect">
                <a:avLst/>
              </a:prstGeom>
              <a:solidFill>
                <a:srgbClr val="EFE6DE"/>
              </a:solidFill>
              <a:ln>
                <a:solidFill>
                  <a:srgbClr val="B97A56"/>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ja-JP" altLang="en-US" sz="2000" dirty="0">
                    <a:ln w="0"/>
                    <a:solidFill>
                      <a:schemeClr val="tx1"/>
                    </a:solidFill>
                    <a:effectLst>
                      <a:outerShdw blurRad="38100" dist="19050" dir="2700000" algn="tl" rotWithShape="0">
                        <a:schemeClr val="dk1">
                          <a:alpha val="40000"/>
                        </a:schemeClr>
                      </a:outerShdw>
                    </a:effectLst>
                  </a:rPr>
                  <a:t>プロトタイプ作成</a:t>
                </a:r>
                <a:endParaRPr kumimoji="1" lang="en-US" altLang="ja-JP" sz="2000" dirty="0">
                  <a:ln w="0"/>
                  <a:solidFill>
                    <a:schemeClr val="tx1"/>
                  </a:solidFill>
                  <a:effectLst>
                    <a:outerShdw blurRad="38100" dist="19050" dir="2700000" algn="tl" rotWithShape="0">
                      <a:schemeClr val="dk1">
                        <a:alpha val="40000"/>
                      </a:schemeClr>
                    </a:outerShdw>
                  </a:effectLst>
                </a:endParaRPr>
              </a:p>
              <a:p>
                <a:pPr algn="ctr">
                  <a:lnSpc>
                    <a:spcPct val="150000"/>
                  </a:lnSpc>
                </a:pPr>
                <a:r>
                  <a:rPr lang="en-US" altLang="ja-JP" sz="1600" dirty="0">
                    <a:ln w="0"/>
                    <a:solidFill>
                      <a:schemeClr val="tx1"/>
                    </a:solidFill>
                    <a:effectLst>
                      <a:outerShdw blurRad="38100" dist="19050" dir="2700000" algn="tl" rotWithShape="0">
                        <a:schemeClr val="dk1">
                          <a:alpha val="40000"/>
                        </a:schemeClr>
                      </a:outerShdw>
                    </a:effectLst>
                  </a:rPr>
                  <a:t>8</a:t>
                </a:r>
                <a:r>
                  <a:rPr lang="ja-JP" altLang="en-US" sz="1600" dirty="0">
                    <a:ln w="0"/>
                    <a:solidFill>
                      <a:schemeClr val="tx1"/>
                    </a:solidFill>
                    <a:effectLst>
                      <a:outerShdw blurRad="38100" dist="19050" dir="2700000" algn="tl" rotWithShape="0">
                        <a:schemeClr val="dk1">
                          <a:alpha val="40000"/>
                        </a:schemeClr>
                      </a:outerShdw>
                    </a:effectLst>
                  </a:rPr>
                  <a:t>月</a:t>
                </a:r>
                <a:r>
                  <a:rPr lang="en-US" altLang="ja-JP" sz="1600" dirty="0">
                    <a:ln w="0"/>
                    <a:solidFill>
                      <a:schemeClr val="tx1"/>
                    </a:solidFill>
                    <a:effectLst>
                      <a:outerShdw blurRad="38100" dist="19050" dir="2700000" algn="tl" rotWithShape="0">
                        <a:schemeClr val="dk1">
                          <a:alpha val="40000"/>
                        </a:schemeClr>
                      </a:outerShdw>
                    </a:effectLst>
                  </a:rPr>
                  <a:t>25</a:t>
                </a:r>
                <a:r>
                  <a:rPr lang="ja-JP" altLang="en-US" sz="1600" dirty="0">
                    <a:ln w="0"/>
                    <a:solidFill>
                      <a:schemeClr val="tx1"/>
                    </a:solidFill>
                    <a:effectLst>
                      <a:outerShdw blurRad="38100" dist="19050" dir="2700000" algn="tl" rotWithShape="0">
                        <a:schemeClr val="dk1">
                          <a:alpha val="40000"/>
                        </a:schemeClr>
                      </a:outerShdw>
                    </a:effectLst>
                  </a:rPr>
                  <a:t>日</a:t>
                </a:r>
                <a:endParaRPr kumimoji="1" lang="ja-JP" altLang="en-US" sz="1600" dirty="0">
                  <a:ln w="0"/>
                  <a:solidFill>
                    <a:schemeClr val="tx1"/>
                  </a:solidFill>
                  <a:effectLst>
                    <a:outerShdw blurRad="38100" dist="19050" dir="2700000" algn="tl" rotWithShape="0">
                      <a:schemeClr val="dk1">
                        <a:alpha val="40000"/>
                      </a:schemeClr>
                    </a:outerShdw>
                  </a:effectLst>
                </a:endParaRPr>
              </a:p>
            </p:txBody>
          </p:sp>
          <p:sp>
            <p:nvSpPr>
              <p:cNvPr id="15" name="楕円 14">
                <a:extLst>
                  <a:ext uri="{FF2B5EF4-FFF2-40B4-BE49-F238E27FC236}">
                    <a16:creationId xmlns:a16="http://schemas.microsoft.com/office/drawing/2014/main" id="{CB40B674-0309-3D0E-41B1-31BF3087F4BB}"/>
                  </a:ext>
                </a:extLst>
              </p:cNvPr>
              <p:cNvSpPr/>
              <p:nvPr/>
            </p:nvSpPr>
            <p:spPr>
              <a:xfrm>
                <a:off x="1861458" y="2647085"/>
                <a:ext cx="489857" cy="426373"/>
              </a:xfrm>
              <a:prstGeom prst="ellipse">
                <a:avLst/>
              </a:prstGeom>
              <a:solidFill>
                <a:srgbClr val="E1D0C1"/>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45F51F7C-8F0E-C86C-7762-C42D664BA18D}"/>
                  </a:ext>
                </a:extLst>
              </p:cNvPr>
              <p:cNvSpPr txBox="1"/>
              <p:nvPr/>
            </p:nvSpPr>
            <p:spPr>
              <a:xfrm>
                <a:off x="1904999" y="2660216"/>
                <a:ext cx="555172" cy="400110"/>
              </a:xfrm>
              <a:prstGeom prst="rect">
                <a:avLst/>
              </a:prstGeom>
              <a:noFill/>
            </p:spPr>
            <p:txBody>
              <a:bodyPr wrap="square" rtlCol="0">
                <a:spAutoFit/>
              </a:bodyPr>
              <a:lstStyle/>
              <a:p>
                <a:r>
                  <a:rPr kumimoji="1" lang="ja-JP" altLang="en-US" sz="2000" b="1">
                    <a:solidFill>
                      <a:srgbClr val="5B4636"/>
                    </a:solidFill>
                  </a:rPr>
                  <a:t>２</a:t>
                </a:r>
              </a:p>
            </p:txBody>
          </p:sp>
        </p:grpSp>
        <p:grpSp>
          <p:nvGrpSpPr>
            <p:cNvPr id="17" name="グループ化 16">
              <a:extLst>
                <a:ext uri="{FF2B5EF4-FFF2-40B4-BE49-F238E27FC236}">
                  <a16:creationId xmlns:a16="http://schemas.microsoft.com/office/drawing/2014/main" id="{2A8D5F37-894B-D202-EB7E-BEECF924BE13}"/>
                </a:ext>
              </a:extLst>
            </p:cNvPr>
            <p:cNvGrpSpPr/>
            <p:nvPr/>
          </p:nvGrpSpPr>
          <p:grpSpPr>
            <a:xfrm>
              <a:off x="9434547" y="1885412"/>
              <a:ext cx="2365441" cy="2248461"/>
              <a:chOff x="953990" y="1895958"/>
              <a:chExt cx="2365441" cy="2248461"/>
            </a:xfrm>
          </p:grpSpPr>
          <p:pic>
            <p:nvPicPr>
              <p:cNvPr id="18" name="グラフィックス 17" descr="衣類のハンガー 単色塗りつぶし">
                <a:extLst>
                  <a:ext uri="{FF2B5EF4-FFF2-40B4-BE49-F238E27FC236}">
                    <a16:creationId xmlns:a16="http://schemas.microsoft.com/office/drawing/2014/main" id="{F54EDB43-A675-320E-AA3C-10FD93A0FF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4885" y="1895958"/>
                <a:ext cx="1230087" cy="1230087"/>
              </a:xfrm>
              <a:prstGeom prst="rect">
                <a:avLst/>
              </a:prstGeom>
            </p:spPr>
          </p:pic>
          <p:sp>
            <p:nvSpPr>
              <p:cNvPr id="19" name="四角形: 角を丸くする 18">
                <a:extLst>
                  <a:ext uri="{FF2B5EF4-FFF2-40B4-BE49-F238E27FC236}">
                    <a16:creationId xmlns:a16="http://schemas.microsoft.com/office/drawing/2014/main" id="{D7308C14-508E-5776-9CD5-A8B90FE6E4B8}"/>
                  </a:ext>
                </a:extLst>
              </p:cNvPr>
              <p:cNvSpPr/>
              <p:nvPr/>
            </p:nvSpPr>
            <p:spPr>
              <a:xfrm>
                <a:off x="953990" y="2924315"/>
                <a:ext cx="2365441" cy="1220104"/>
              </a:xfrm>
              <a:prstGeom prst="roundRect">
                <a:avLst/>
              </a:prstGeom>
              <a:solidFill>
                <a:srgbClr val="EFE6DE"/>
              </a:solidFill>
              <a:ln>
                <a:solidFill>
                  <a:srgbClr val="B97A56"/>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ja-JP" altLang="en-US" sz="2000" dirty="0">
                    <a:ln w="0"/>
                    <a:solidFill>
                      <a:schemeClr val="tx1"/>
                    </a:solidFill>
                    <a:effectLst>
                      <a:outerShdw blurRad="38100" dist="19050" dir="2700000" algn="tl" rotWithShape="0">
                        <a:schemeClr val="dk1">
                          <a:alpha val="40000"/>
                        </a:schemeClr>
                      </a:outerShdw>
                    </a:effectLst>
                  </a:rPr>
                  <a:t>内部設計</a:t>
                </a:r>
                <a:endParaRPr lang="en-US" altLang="ja-JP" sz="2000" dirty="0">
                  <a:ln w="0"/>
                  <a:solidFill>
                    <a:schemeClr val="tx1"/>
                  </a:solidFill>
                  <a:effectLst>
                    <a:outerShdw blurRad="38100" dist="19050" dir="2700000" algn="tl" rotWithShape="0">
                      <a:schemeClr val="dk1">
                        <a:alpha val="40000"/>
                      </a:schemeClr>
                    </a:outerShdw>
                  </a:effectLst>
                </a:endParaRPr>
              </a:p>
              <a:p>
                <a:pPr algn="ctr">
                  <a:lnSpc>
                    <a:spcPct val="150000"/>
                  </a:lnSpc>
                </a:pPr>
                <a:r>
                  <a:rPr lang="en-US" altLang="ja-JP" sz="1600" dirty="0">
                    <a:ln w="0"/>
                    <a:solidFill>
                      <a:schemeClr val="tx1"/>
                    </a:solidFill>
                    <a:effectLst>
                      <a:outerShdw blurRad="38100" dist="19050" dir="2700000" algn="tl" rotWithShape="0">
                        <a:schemeClr val="dk1">
                          <a:alpha val="40000"/>
                        </a:schemeClr>
                      </a:outerShdw>
                    </a:effectLst>
                  </a:rPr>
                  <a:t>10</a:t>
                </a:r>
                <a:r>
                  <a:rPr lang="ja-JP" altLang="en-US" sz="1600" dirty="0">
                    <a:ln w="0"/>
                    <a:solidFill>
                      <a:schemeClr val="tx1"/>
                    </a:solidFill>
                    <a:effectLst>
                      <a:outerShdw blurRad="38100" dist="19050" dir="2700000" algn="tl" rotWithShape="0">
                        <a:schemeClr val="dk1">
                          <a:alpha val="40000"/>
                        </a:schemeClr>
                      </a:outerShdw>
                    </a:effectLst>
                  </a:rPr>
                  <a:t>月</a:t>
                </a:r>
                <a:r>
                  <a:rPr lang="en-US" altLang="ja-JP" sz="1600" dirty="0">
                    <a:ln w="0"/>
                    <a:solidFill>
                      <a:schemeClr val="tx1"/>
                    </a:solidFill>
                    <a:effectLst>
                      <a:outerShdw blurRad="38100" dist="19050" dir="2700000" algn="tl" rotWithShape="0">
                        <a:schemeClr val="dk1">
                          <a:alpha val="40000"/>
                        </a:schemeClr>
                      </a:outerShdw>
                    </a:effectLst>
                  </a:rPr>
                  <a:t>16</a:t>
                </a:r>
                <a:r>
                  <a:rPr lang="ja-JP" altLang="en-US" sz="1600" dirty="0">
                    <a:ln w="0"/>
                    <a:solidFill>
                      <a:schemeClr val="tx1"/>
                    </a:solidFill>
                    <a:effectLst>
                      <a:outerShdw blurRad="38100" dist="19050" dir="2700000" algn="tl" rotWithShape="0">
                        <a:schemeClr val="dk1">
                          <a:alpha val="40000"/>
                        </a:schemeClr>
                      </a:outerShdw>
                    </a:effectLst>
                  </a:rPr>
                  <a:t>日</a:t>
                </a:r>
                <a:endParaRPr kumimoji="1" lang="ja-JP" altLang="en-US" sz="1600" dirty="0">
                  <a:ln w="0"/>
                  <a:solidFill>
                    <a:schemeClr val="tx1"/>
                  </a:solidFill>
                  <a:effectLst>
                    <a:outerShdw blurRad="38100" dist="19050" dir="2700000" algn="tl" rotWithShape="0">
                      <a:schemeClr val="dk1">
                        <a:alpha val="40000"/>
                      </a:schemeClr>
                    </a:outerShdw>
                  </a:effectLst>
                </a:endParaRPr>
              </a:p>
            </p:txBody>
          </p:sp>
          <p:sp>
            <p:nvSpPr>
              <p:cNvPr id="20" name="楕円 19">
                <a:extLst>
                  <a:ext uri="{FF2B5EF4-FFF2-40B4-BE49-F238E27FC236}">
                    <a16:creationId xmlns:a16="http://schemas.microsoft.com/office/drawing/2014/main" id="{E964680F-B762-C08B-5348-B604C2D3CE31}"/>
                  </a:ext>
                </a:extLst>
              </p:cNvPr>
              <p:cNvSpPr/>
              <p:nvPr/>
            </p:nvSpPr>
            <p:spPr>
              <a:xfrm>
                <a:off x="1861458" y="2647085"/>
                <a:ext cx="489857" cy="426373"/>
              </a:xfrm>
              <a:prstGeom prst="ellipse">
                <a:avLst/>
              </a:prstGeom>
              <a:solidFill>
                <a:srgbClr val="E1D0C1"/>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E8FE41F6-1C1B-B739-75AC-10E192F42306}"/>
                  </a:ext>
                </a:extLst>
              </p:cNvPr>
              <p:cNvSpPr txBox="1"/>
              <p:nvPr/>
            </p:nvSpPr>
            <p:spPr>
              <a:xfrm>
                <a:off x="1899977" y="2697391"/>
                <a:ext cx="555172" cy="400110"/>
              </a:xfrm>
              <a:prstGeom prst="rect">
                <a:avLst/>
              </a:prstGeom>
              <a:noFill/>
              <a:effectLst>
                <a:softEdge rad="31750"/>
              </a:effectLst>
            </p:spPr>
            <p:txBody>
              <a:bodyPr wrap="square" rtlCol="0">
                <a:spAutoFit/>
              </a:bodyPr>
              <a:lstStyle/>
              <a:p>
                <a:r>
                  <a:rPr kumimoji="1" lang="ja-JP" altLang="en-US" sz="2000" b="1">
                    <a:solidFill>
                      <a:srgbClr val="5B4636"/>
                    </a:solidFill>
                  </a:rPr>
                  <a:t>４</a:t>
                </a:r>
              </a:p>
            </p:txBody>
          </p:sp>
        </p:grpSp>
        <p:grpSp>
          <p:nvGrpSpPr>
            <p:cNvPr id="22" name="グループ化 21">
              <a:extLst>
                <a:ext uri="{FF2B5EF4-FFF2-40B4-BE49-F238E27FC236}">
                  <a16:creationId xmlns:a16="http://schemas.microsoft.com/office/drawing/2014/main" id="{1ACD2CBB-0B5A-F84B-C8DD-BFB4E2114613}"/>
                </a:ext>
              </a:extLst>
            </p:cNvPr>
            <p:cNvGrpSpPr/>
            <p:nvPr/>
          </p:nvGrpSpPr>
          <p:grpSpPr>
            <a:xfrm>
              <a:off x="6515165" y="1885412"/>
              <a:ext cx="2365440" cy="2260380"/>
              <a:chOff x="961246" y="1895958"/>
              <a:chExt cx="2365440" cy="2260380"/>
            </a:xfrm>
          </p:grpSpPr>
          <p:pic>
            <p:nvPicPr>
              <p:cNvPr id="23" name="グラフィックス 22" descr="衣類のハンガー 単色塗りつぶし">
                <a:extLst>
                  <a:ext uri="{FF2B5EF4-FFF2-40B4-BE49-F238E27FC236}">
                    <a16:creationId xmlns:a16="http://schemas.microsoft.com/office/drawing/2014/main" id="{92ED7608-DD9E-CA7E-04C0-473886601E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4885" y="1895958"/>
                <a:ext cx="1230087" cy="1230087"/>
              </a:xfrm>
              <a:prstGeom prst="rect">
                <a:avLst/>
              </a:prstGeom>
            </p:spPr>
          </p:pic>
          <p:sp>
            <p:nvSpPr>
              <p:cNvPr id="24" name="四角形: 角を丸くする 23">
                <a:extLst>
                  <a:ext uri="{FF2B5EF4-FFF2-40B4-BE49-F238E27FC236}">
                    <a16:creationId xmlns:a16="http://schemas.microsoft.com/office/drawing/2014/main" id="{3BD26B67-8E54-7910-E512-54835992C0B3}"/>
                  </a:ext>
                </a:extLst>
              </p:cNvPr>
              <p:cNvSpPr/>
              <p:nvPr/>
            </p:nvSpPr>
            <p:spPr>
              <a:xfrm>
                <a:off x="961246" y="2909258"/>
                <a:ext cx="2365440" cy="1247080"/>
              </a:xfrm>
              <a:prstGeom prst="roundRect">
                <a:avLst/>
              </a:prstGeom>
              <a:solidFill>
                <a:srgbClr val="EFE6DE"/>
              </a:solidFill>
              <a:ln>
                <a:solidFill>
                  <a:srgbClr val="B97A56"/>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ja-JP" altLang="en-US" sz="2000" dirty="0">
                    <a:ln w="0"/>
                    <a:solidFill>
                      <a:schemeClr val="tx1"/>
                    </a:solidFill>
                    <a:effectLst>
                      <a:outerShdw blurRad="38100" dist="19050" dir="2700000" algn="tl" rotWithShape="0">
                        <a:schemeClr val="dk1">
                          <a:alpha val="40000"/>
                        </a:schemeClr>
                      </a:outerShdw>
                    </a:effectLst>
                  </a:rPr>
                  <a:t>外部設計</a:t>
                </a:r>
                <a:endParaRPr kumimoji="1" lang="en-US" altLang="ja-JP" sz="2000" dirty="0">
                  <a:ln w="0"/>
                  <a:solidFill>
                    <a:schemeClr val="tx1"/>
                  </a:solidFill>
                  <a:effectLst>
                    <a:outerShdw blurRad="38100" dist="19050" dir="2700000" algn="tl" rotWithShape="0">
                      <a:schemeClr val="dk1">
                        <a:alpha val="40000"/>
                      </a:schemeClr>
                    </a:outerShdw>
                  </a:effectLst>
                </a:endParaRPr>
              </a:p>
              <a:p>
                <a:pPr algn="ctr">
                  <a:lnSpc>
                    <a:spcPct val="150000"/>
                  </a:lnSpc>
                </a:pPr>
                <a:r>
                  <a:rPr lang="ja-JP" altLang="en-US" sz="1600" dirty="0">
                    <a:ln w="0"/>
                    <a:solidFill>
                      <a:schemeClr val="tx1"/>
                    </a:solidFill>
                    <a:effectLst>
                      <a:outerShdw blurRad="38100" dist="19050" dir="2700000" algn="tl" rotWithShape="0">
                        <a:schemeClr val="dk1">
                          <a:alpha val="40000"/>
                        </a:schemeClr>
                      </a:outerShdw>
                    </a:effectLst>
                  </a:rPr>
                  <a:t>９月</a:t>
                </a:r>
                <a:r>
                  <a:rPr lang="en-US" altLang="ja-JP" sz="1600" dirty="0">
                    <a:ln w="0"/>
                    <a:solidFill>
                      <a:schemeClr val="tx1"/>
                    </a:solidFill>
                    <a:effectLst>
                      <a:outerShdw blurRad="38100" dist="19050" dir="2700000" algn="tl" rotWithShape="0">
                        <a:schemeClr val="dk1">
                          <a:alpha val="40000"/>
                        </a:schemeClr>
                      </a:outerShdw>
                    </a:effectLst>
                  </a:rPr>
                  <a:t>27</a:t>
                </a:r>
                <a:r>
                  <a:rPr lang="ja-JP" altLang="en-US" sz="1600" dirty="0">
                    <a:ln w="0"/>
                    <a:solidFill>
                      <a:schemeClr val="tx1"/>
                    </a:solidFill>
                    <a:effectLst>
                      <a:outerShdw blurRad="38100" dist="19050" dir="2700000" algn="tl" rotWithShape="0">
                        <a:schemeClr val="dk1">
                          <a:alpha val="40000"/>
                        </a:schemeClr>
                      </a:outerShdw>
                    </a:effectLst>
                  </a:rPr>
                  <a:t>日</a:t>
                </a:r>
                <a:endParaRPr kumimoji="1" lang="ja-JP" altLang="en-US" sz="1600" dirty="0">
                  <a:ln w="0"/>
                  <a:solidFill>
                    <a:schemeClr val="tx1"/>
                  </a:solidFill>
                  <a:effectLst>
                    <a:outerShdw blurRad="38100" dist="19050" dir="2700000" algn="tl" rotWithShape="0">
                      <a:schemeClr val="dk1">
                        <a:alpha val="40000"/>
                      </a:schemeClr>
                    </a:outerShdw>
                  </a:effectLst>
                </a:endParaRPr>
              </a:p>
            </p:txBody>
          </p:sp>
          <p:sp>
            <p:nvSpPr>
              <p:cNvPr id="25" name="楕円 24">
                <a:extLst>
                  <a:ext uri="{FF2B5EF4-FFF2-40B4-BE49-F238E27FC236}">
                    <a16:creationId xmlns:a16="http://schemas.microsoft.com/office/drawing/2014/main" id="{2122FD66-0461-BE45-4FC1-841BE0B2B6AB}"/>
                  </a:ext>
                </a:extLst>
              </p:cNvPr>
              <p:cNvSpPr/>
              <p:nvPr/>
            </p:nvSpPr>
            <p:spPr>
              <a:xfrm>
                <a:off x="1861458" y="2647085"/>
                <a:ext cx="489857" cy="426373"/>
              </a:xfrm>
              <a:prstGeom prst="ellipse">
                <a:avLst/>
              </a:prstGeom>
              <a:solidFill>
                <a:srgbClr val="E1D0C1"/>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3FF62D64-B066-C8C0-057D-BD8B07275B0E}"/>
                  </a:ext>
                </a:extLst>
              </p:cNvPr>
              <p:cNvSpPr txBox="1"/>
              <p:nvPr/>
            </p:nvSpPr>
            <p:spPr>
              <a:xfrm>
                <a:off x="1904999" y="2660216"/>
                <a:ext cx="555172" cy="400110"/>
              </a:xfrm>
              <a:prstGeom prst="rect">
                <a:avLst/>
              </a:prstGeom>
              <a:noFill/>
            </p:spPr>
            <p:txBody>
              <a:bodyPr wrap="square" rtlCol="0">
                <a:spAutoFit/>
              </a:bodyPr>
              <a:lstStyle/>
              <a:p>
                <a:r>
                  <a:rPr kumimoji="1" lang="ja-JP" altLang="en-US" sz="2000" b="1">
                    <a:solidFill>
                      <a:srgbClr val="5B4636"/>
                    </a:solidFill>
                  </a:rPr>
                  <a:t>３</a:t>
                </a:r>
              </a:p>
            </p:txBody>
          </p:sp>
        </p:grpSp>
      </p:grpSp>
      <p:grpSp>
        <p:nvGrpSpPr>
          <p:cNvPr id="27" name="グループ化 26">
            <a:extLst>
              <a:ext uri="{FF2B5EF4-FFF2-40B4-BE49-F238E27FC236}">
                <a16:creationId xmlns:a16="http://schemas.microsoft.com/office/drawing/2014/main" id="{D0A8B4D4-53A9-066C-6CC0-8E81F877268C}"/>
              </a:ext>
            </a:extLst>
          </p:cNvPr>
          <p:cNvGrpSpPr/>
          <p:nvPr/>
        </p:nvGrpSpPr>
        <p:grpSpPr>
          <a:xfrm>
            <a:off x="206860" y="4019332"/>
            <a:ext cx="2242036" cy="2290370"/>
            <a:chOff x="1007089" y="1895958"/>
            <a:chExt cx="2242036" cy="2290370"/>
          </a:xfrm>
        </p:grpSpPr>
        <p:pic>
          <p:nvPicPr>
            <p:cNvPr id="28" name="グラフィックス 27" descr="衣類のハンガー 単色塗りつぶし">
              <a:extLst>
                <a:ext uri="{FF2B5EF4-FFF2-40B4-BE49-F238E27FC236}">
                  <a16:creationId xmlns:a16="http://schemas.microsoft.com/office/drawing/2014/main" id="{941D1CB0-CA23-986C-C04A-AD4EE5C1F9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4885" y="1895958"/>
              <a:ext cx="1230087" cy="1230087"/>
            </a:xfrm>
            <a:prstGeom prst="rect">
              <a:avLst/>
            </a:prstGeom>
          </p:spPr>
        </p:pic>
        <p:sp>
          <p:nvSpPr>
            <p:cNvPr id="29" name="四角形: 角を丸くする 28">
              <a:extLst>
                <a:ext uri="{FF2B5EF4-FFF2-40B4-BE49-F238E27FC236}">
                  <a16:creationId xmlns:a16="http://schemas.microsoft.com/office/drawing/2014/main" id="{B92F7647-618D-466D-F71D-541A2C6CC4D5}"/>
                </a:ext>
              </a:extLst>
            </p:cNvPr>
            <p:cNvSpPr/>
            <p:nvPr/>
          </p:nvSpPr>
          <p:spPr>
            <a:xfrm>
              <a:off x="1007089" y="2954173"/>
              <a:ext cx="2242036" cy="1232155"/>
            </a:xfrm>
            <a:prstGeom prst="roundRect">
              <a:avLst/>
            </a:prstGeom>
            <a:solidFill>
              <a:srgbClr val="EFE6DE"/>
            </a:solidFill>
            <a:ln>
              <a:solidFill>
                <a:srgbClr val="B97A56"/>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ja-JP" altLang="en-US" sz="2000" dirty="0">
                  <a:ln w="0"/>
                  <a:solidFill>
                    <a:schemeClr val="tx1"/>
                  </a:solidFill>
                  <a:effectLst>
                    <a:outerShdw blurRad="38100" dist="19050" dir="2700000" algn="tl" rotWithShape="0">
                      <a:schemeClr val="dk1">
                        <a:alpha val="40000"/>
                      </a:schemeClr>
                    </a:outerShdw>
                  </a:effectLst>
                </a:rPr>
                <a:t>プログラム設計</a:t>
              </a:r>
              <a:endParaRPr lang="en-US" altLang="ja-JP" sz="2000" dirty="0">
                <a:ln w="0"/>
                <a:solidFill>
                  <a:schemeClr val="tx1"/>
                </a:solidFill>
                <a:effectLst>
                  <a:outerShdw blurRad="38100" dist="19050" dir="2700000" algn="tl" rotWithShape="0">
                    <a:schemeClr val="dk1">
                      <a:alpha val="40000"/>
                    </a:schemeClr>
                  </a:outerShdw>
                </a:effectLst>
              </a:endParaRPr>
            </a:p>
            <a:p>
              <a:pPr algn="ctr">
                <a:lnSpc>
                  <a:spcPct val="150000"/>
                </a:lnSpc>
              </a:pPr>
              <a:r>
                <a:rPr lang="en-US" altLang="ja-JP" sz="1600" dirty="0">
                  <a:ln w="0"/>
                  <a:solidFill>
                    <a:schemeClr val="tx1"/>
                  </a:solidFill>
                  <a:effectLst>
                    <a:outerShdw blurRad="38100" dist="19050" dir="2700000" algn="tl" rotWithShape="0">
                      <a:schemeClr val="dk1">
                        <a:alpha val="40000"/>
                      </a:schemeClr>
                    </a:outerShdw>
                  </a:effectLst>
                </a:rPr>
                <a:t>10</a:t>
              </a:r>
              <a:r>
                <a:rPr lang="ja-JP" altLang="en-US" sz="1600" dirty="0">
                  <a:ln w="0"/>
                  <a:solidFill>
                    <a:schemeClr val="tx1"/>
                  </a:solidFill>
                  <a:effectLst>
                    <a:outerShdw blurRad="38100" dist="19050" dir="2700000" algn="tl" rotWithShape="0">
                      <a:schemeClr val="dk1">
                        <a:alpha val="40000"/>
                      </a:schemeClr>
                    </a:outerShdw>
                  </a:effectLst>
                </a:rPr>
                <a:t>月</a:t>
              </a:r>
              <a:r>
                <a:rPr lang="en-US" altLang="ja-JP" sz="1600" dirty="0">
                  <a:ln w="0"/>
                  <a:solidFill>
                    <a:schemeClr val="tx1"/>
                  </a:solidFill>
                  <a:effectLst>
                    <a:outerShdw blurRad="38100" dist="19050" dir="2700000" algn="tl" rotWithShape="0">
                      <a:schemeClr val="dk1">
                        <a:alpha val="40000"/>
                      </a:schemeClr>
                    </a:outerShdw>
                  </a:effectLst>
                </a:rPr>
                <a:t>30</a:t>
              </a:r>
              <a:r>
                <a:rPr lang="ja-JP" altLang="en-US" sz="1600" dirty="0">
                  <a:ln w="0"/>
                  <a:solidFill>
                    <a:schemeClr val="tx1"/>
                  </a:solidFill>
                  <a:effectLst>
                    <a:outerShdw blurRad="38100" dist="19050" dir="2700000" algn="tl" rotWithShape="0">
                      <a:schemeClr val="dk1">
                        <a:alpha val="40000"/>
                      </a:schemeClr>
                    </a:outerShdw>
                  </a:effectLst>
                </a:rPr>
                <a:t>日</a:t>
              </a:r>
              <a:endParaRPr kumimoji="1" lang="ja-JP" altLang="en-US" sz="1600" dirty="0">
                <a:ln w="0"/>
                <a:solidFill>
                  <a:schemeClr val="tx1"/>
                </a:solidFill>
                <a:effectLst>
                  <a:outerShdw blurRad="38100" dist="19050" dir="2700000" algn="tl" rotWithShape="0">
                    <a:schemeClr val="dk1">
                      <a:alpha val="40000"/>
                    </a:schemeClr>
                  </a:outerShdw>
                </a:effectLst>
              </a:endParaRPr>
            </a:p>
          </p:txBody>
        </p:sp>
        <p:sp>
          <p:nvSpPr>
            <p:cNvPr id="30" name="楕円 29">
              <a:extLst>
                <a:ext uri="{FF2B5EF4-FFF2-40B4-BE49-F238E27FC236}">
                  <a16:creationId xmlns:a16="http://schemas.microsoft.com/office/drawing/2014/main" id="{906850F2-68FA-B3E5-48E2-BC53DA826525}"/>
                </a:ext>
              </a:extLst>
            </p:cNvPr>
            <p:cNvSpPr/>
            <p:nvPr/>
          </p:nvSpPr>
          <p:spPr>
            <a:xfrm>
              <a:off x="1861458" y="2647085"/>
              <a:ext cx="489857" cy="426373"/>
            </a:xfrm>
            <a:prstGeom prst="ellipse">
              <a:avLst/>
            </a:prstGeom>
            <a:solidFill>
              <a:srgbClr val="E1D0C1"/>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61677BAB-4A78-2D68-52C0-E867D3AAE2E4}"/>
                </a:ext>
              </a:extLst>
            </p:cNvPr>
            <p:cNvSpPr txBox="1"/>
            <p:nvPr/>
          </p:nvSpPr>
          <p:spPr>
            <a:xfrm>
              <a:off x="1904999" y="2660216"/>
              <a:ext cx="555172" cy="400110"/>
            </a:xfrm>
            <a:prstGeom prst="rect">
              <a:avLst/>
            </a:prstGeom>
            <a:noFill/>
          </p:spPr>
          <p:txBody>
            <a:bodyPr wrap="square" rtlCol="0">
              <a:spAutoFit/>
            </a:bodyPr>
            <a:lstStyle/>
            <a:p>
              <a:r>
                <a:rPr lang="ja-JP" altLang="en-US" sz="2000" b="1">
                  <a:solidFill>
                    <a:srgbClr val="5B4636"/>
                  </a:solidFill>
                </a:rPr>
                <a:t>５</a:t>
              </a:r>
              <a:endParaRPr kumimoji="1" lang="ja-JP" altLang="en-US" sz="2000" b="1">
                <a:solidFill>
                  <a:srgbClr val="5B4636"/>
                </a:solidFill>
              </a:endParaRPr>
            </a:p>
          </p:txBody>
        </p:sp>
      </p:grpSp>
      <p:grpSp>
        <p:nvGrpSpPr>
          <p:cNvPr id="33" name="グループ化 32">
            <a:extLst>
              <a:ext uri="{FF2B5EF4-FFF2-40B4-BE49-F238E27FC236}">
                <a16:creationId xmlns:a16="http://schemas.microsoft.com/office/drawing/2014/main" id="{F5E7DABE-EE5E-0530-3C33-F1B68C5420E5}"/>
              </a:ext>
            </a:extLst>
          </p:cNvPr>
          <p:cNvGrpSpPr/>
          <p:nvPr/>
        </p:nvGrpSpPr>
        <p:grpSpPr>
          <a:xfrm>
            <a:off x="2715918" y="4024818"/>
            <a:ext cx="2506668" cy="2290367"/>
            <a:chOff x="904190" y="1895958"/>
            <a:chExt cx="2506668" cy="2290367"/>
          </a:xfrm>
        </p:grpSpPr>
        <p:pic>
          <p:nvPicPr>
            <p:cNvPr id="34" name="グラフィックス 33" descr="衣類のハンガー 単色塗りつぶし">
              <a:extLst>
                <a:ext uri="{FF2B5EF4-FFF2-40B4-BE49-F238E27FC236}">
                  <a16:creationId xmlns:a16="http://schemas.microsoft.com/office/drawing/2014/main" id="{B383A1EF-F929-2D25-A918-CC496276C6C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4885" y="1895958"/>
              <a:ext cx="1230087" cy="1230087"/>
            </a:xfrm>
            <a:prstGeom prst="rect">
              <a:avLst/>
            </a:prstGeom>
          </p:spPr>
        </p:pic>
        <p:sp>
          <p:nvSpPr>
            <p:cNvPr id="35" name="四角形: 角を丸くする 34">
              <a:extLst>
                <a:ext uri="{FF2B5EF4-FFF2-40B4-BE49-F238E27FC236}">
                  <a16:creationId xmlns:a16="http://schemas.microsoft.com/office/drawing/2014/main" id="{DE0802BC-96F7-BBEB-5EDB-D5CF4F9AA50A}"/>
                </a:ext>
              </a:extLst>
            </p:cNvPr>
            <p:cNvSpPr/>
            <p:nvPr/>
          </p:nvSpPr>
          <p:spPr>
            <a:xfrm>
              <a:off x="904190" y="2927432"/>
              <a:ext cx="2506668" cy="1258893"/>
            </a:xfrm>
            <a:prstGeom prst="roundRect">
              <a:avLst/>
            </a:prstGeom>
            <a:solidFill>
              <a:srgbClr val="EFE6DE"/>
            </a:solidFill>
            <a:ln>
              <a:solidFill>
                <a:srgbClr val="B97A56"/>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ja-JP" altLang="en-US" sz="2000" dirty="0">
                  <a:ln w="0"/>
                  <a:solidFill>
                    <a:schemeClr val="tx1"/>
                  </a:solidFill>
                  <a:effectLst>
                    <a:outerShdw blurRad="38100" dist="19050" dir="2700000" algn="tl" rotWithShape="0">
                      <a:schemeClr val="dk1">
                        <a:alpha val="40000"/>
                      </a:schemeClr>
                    </a:outerShdw>
                  </a:effectLst>
                </a:rPr>
                <a:t>開発完了</a:t>
              </a:r>
              <a:endParaRPr lang="en-US" altLang="ja-JP" sz="2000" dirty="0">
                <a:ln w="0"/>
                <a:solidFill>
                  <a:schemeClr val="tx1"/>
                </a:solidFill>
                <a:effectLst>
                  <a:outerShdw blurRad="38100" dist="19050" dir="2700000" algn="tl" rotWithShape="0">
                    <a:schemeClr val="dk1">
                      <a:alpha val="40000"/>
                    </a:schemeClr>
                  </a:outerShdw>
                </a:effectLst>
              </a:endParaRPr>
            </a:p>
            <a:p>
              <a:pPr algn="ctr">
                <a:lnSpc>
                  <a:spcPct val="150000"/>
                </a:lnSpc>
              </a:pPr>
              <a:r>
                <a:rPr kumimoji="1" lang="en-US" altLang="ja-JP" sz="1600" dirty="0">
                  <a:ln w="0"/>
                  <a:solidFill>
                    <a:schemeClr val="tx1"/>
                  </a:solidFill>
                  <a:effectLst>
                    <a:outerShdw blurRad="38100" dist="19050" dir="2700000" algn="tl" rotWithShape="0">
                      <a:schemeClr val="dk1">
                        <a:alpha val="40000"/>
                      </a:schemeClr>
                    </a:outerShdw>
                  </a:effectLst>
                </a:rPr>
                <a:t>11</a:t>
              </a:r>
              <a:r>
                <a:rPr kumimoji="1" lang="ja-JP" altLang="en-US" sz="1600" dirty="0">
                  <a:ln w="0"/>
                  <a:solidFill>
                    <a:schemeClr val="tx1"/>
                  </a:solidFill>
                  <a:effectLst>
                    <a:outerShdw blurRad="38100" dist="19050" dir="2700000" algn="tl" rotWithShape="0">
                      <a:schemeClr val="dk1">
                        <a:alpha val="40000"/>
                      </a:schemeClr>
                    </a:outerShdw>
                  </a:effectLst>
                </a:rPr>
                <a:t>月</a:t>
              </a:r>
              <a:r>
                <a:rPr kumimoji="1" lang="en-US" altLang="ja-JP" sz="1600" dirty="0">
                  <a:ln w="0"/>
                  <a:solidFill>
                    <a:schemeClr val="tx1"/>
                  </a:solidFill>
                  <a:effectLst>
                    <a:outerShdw blurRad="38100" dist="19050" dir="2700000" algn="tl" rotWithShape="0">
                      <a:schemeClr val="dk1">
                        <a:alpha val="40000"/>
                      </a:schemeClr>
                    </a:outerShdw>
                  </a:effectLst>
                </a:rPr>
                <a:t>27</a:t>
              </a:r>
              <a:r>
                <a:rPr kumimoji="1" lang="ja-JP" altLang="en-US" sz="1600" dirty="0">
                  <a:ln w="0"/>
                  <a:solidFill>
                    <a:schemeClr val="tx1"/>
                  </a:solidFill>
                  <a:effectLst>
                    <a:outerShdw blurRad="38100" dist="19050" dir="2700000" algn="tl" rotWithShape="0">
                      <a:schemeClr val="dk1">
                        <a:alpha val="40000"/>
                      </a:schemeClr>
                    </a:outerShdw>
                  </a:effectLst>
                </a:rPr>
                <a:t>日</a:t>
              </a:r>
            </a:p>
          </p:txBody>
        </p:sp>
        <p:sp>
          <p:nvSpPr>
            <p:cNvPr id="36" name="楕円 35">
              <a:extLst>
                <a:ext uri="{FF2B5EF4-FFF2-40B4-BE49-F238E27FC236}">
                  <a16:creationId xmlns:a16="http://schemas.microsoft.com/office/drawing/2014/main" id="{DFE43FDB-F074-68FD-A4CB-F3F06D5E9705}"/>
                </a:ext>
              </a:extLst>
            </p:cNvPr>
            <p:cNvSpPr/>
            <p:nvPr/>
          </p:nvSpPr>
          <p:spPr>
            <a:xfrm>
              <a:off x="1861458" y="2647085"/>
              <a:ext cx="489857" cy="426373"/>
            </a:xfrm>
            <a:prstGeom prst="ellipse">
              <a:avLst/>
            </a:prstGeom>
            <a:solidFill>
              <a:srgbClr val="E1D0C1"/>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C8802BF3-6C97-1F88-DA04-FF9AD5060A4C}"/>
                </a:ext>
              </a:extLst>
            </p:cNvPr>
            <p:cNvSpPr txBox="1"/>
            <p:nvPr/>
          </p:nvSpPr>
          <p:spPr>
            <a:xfrm>
              <a:off x="1900104" y="2693716"/>
              <a:ext cx="555172" cy="400110"/>
            </a:xfrm>
            <a:prstGeom prst="rect">
              <a:avLst/>
            </a:prstGeom>
            <a:noFill/>
          </p:spPr>
          <p:txBody>
            <a:bodyPr wrap="square" rtlCol="0">
              <a:spAutoFit/>
            </a:bodyPr>
            <a:lstStyle/>
            <a:p>
              <a:r>
                <a:rPr kumimoji="1" lang="ja-JP" altLang="en-US" sz="2000" b="1">
                  <a:solidFill>
                    <a:srgbClr val="5B4636"/>
                  </a:solidFill>
                </a:rPr>
                <a:t>６</a:t>
              </a:r>
            </a:p>
          </p:txBody>
        </p:sp>
      </p:grpSp>
      <p:grpSp>
        <p:nvGrpSpPr>
          <p:cNvPr id="38" name="グループ化 37">
            <a:extLst>
              <a:ext uri="{FF2B5EF4-FFF2-40B4-BE49-F238E27FC236}">
                <a16:creationId xmlns:a16="http://schemas.microsoft.com/office/drawing/2014/main" id="{272FAC0C-7CA6-CEEA-F380-61861E2594C2}"/>
              </a:ext>
            </a:extLst>
          </p:cNvPr>
          <p:cNvGrpSpPr/>
          <p:nvPr/>
        </p:nvGrpSpPr>
        <p:grpSpPr>
          <a:xfrm>
            <a:off x="5507261" y="4023581"/>
            <a:ext cx="1773245" cy="2281829"/>
            <a:chOff x="1295962" y="1895958"/>
            <a:chExt cx="1773245" cy="2281829"/>
          </a:xfrm>
        </p:grpSpPr>
        <p:pic>
          <p:nvPicPr>
            <p:cNvPr id="39" name="グラフィックス 38" descr="衣類のハンガー 単色塗りつぶし">
              <a:extLst>
                <a:ext uri="{FF2B5EF4-FFF2-40B4-BE49-F238E27FC236}">
                  <a16:creationId xmlns:a16="http://schemas.microsoft.com/office/drawing/2014/main" id="{42A6F25B-E45A-F388-36A1-61945CD35D6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4885" y="1895958"/>
              <a:ext cx="1230087" cy="1230087"/>
            </a:xfrm>
            <a:prstGeom prst="rect">
              <a:avLst/>
            </a:prstGeom>
          </p:spPr>
        </p:pic>
        <p:sp>
          <p:nvSpPr>
            <p:cNvPr id="40" name="四角形: 角を丸くする 39">
              <a:extLst>
                <a:ext uri="{FF2B5EF4-FFF2-40B4-BE49-F238E27FC236}">
                  <a16:creationId xmlns:a16="http://schemas.microsoft.com/office/drawing/2014/main" id="{0EC4EB06-2B2F-1875-5A2F-D47B7E808B86}"/>
                </a:ext>
              </a:extLst>
            </p:cNvPr>
            <p:cNvSpPr/>
            <p:nvPr/>
          </p:nvSpPr>
          <p:spPr>
            <a:xfrm>
              <a:off x="1295962" y="2918896"/>
              <a:ext cx="1773245" cy="1258891"/>
            </a:xfrm>
            <a:prstGeom prst="roundRect">
              <a:avLst/>
            </a:prstGeom>
            <a:solidFill>
              <a:srgbClr val="EFE6DE"/>
            </a:solidFill>
            <a:ln>
              <a:solidFill>
                <a:srgbClr val="B97A56"/>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ja-JP" altLang="en-US" sz="2000" dirty="0">
                  <a:ln w="0"/>
                  <a:solidFill>
                    <a:schemeClr val="tx1"/>
                  </a:solidFill>
                  <a:effectLst>
                    <a:outerShdw blurRad="38100" dist="19050" dir="2700000" algn="tl" rotWithShape="0">
                      <a:schemeClr val="dk1">
                        <a:alpha val="40000"/>
                      </a:schemeClr>
                    </a:outerShdw>
                  </a:effectLst>
                </a:rPr>
                <a:t>単体テスト</a:t>
              </a:r>
              <a:endParaRPr lang="en-US" altLang="ja-JP" sz="2000" dirty="0">
                <a:ln w="0"/>
                <a:solidFill>
                  <a:schemeClr val="tx1"/>
                </a:solidFill>
                <a:effectLst>
                  <a:outerShdw blurRad="38100" dist="19050" dir="2700000" algn="tl" rotWithShape="0">
                    <a:schemeClr val="dk1">
                      <a:alpha val="40000"/>
                    </a:schemeClr>
                  </a:outerShdw>
                </a:effectLst>
              </a:endParaRPr>
            </a:p>
            <a:p>
              <a:pPr algn="ctr">
                <a:lnSpc>
                  <a:spcPct val="150000"/>
                </a:lnSpc>
              </a:pPr>
              <a:r>
                <a:rPr kumimoji="1" lang="en-US" altLang="ja-JP" sz="1600" dirty="0">
                  <a:ln w="0"/>
                  <a:solidFill>
                    <a:schemeClr val="tx1"/>
                  </a:solidFill>
                  <a:effectLst>
                    <a:outerShdw blurRad="38100" dist="19050" dir="2700000" algn="tl" rotWithShape="0">
                      <a:schemeClr val="dk1">
                        <a:alpha val="40000"/>
                      </a:schemeClr>
                    </a:outerShdw>
                  </a:effectLst>
                </a:rPr>
                <a:t>12</a:t>
              </a:r>
              <a:r>
                <a:rPr kumimoji="1" lang="ja-JP" altLang="en-US" sz="1600" dirty="0">
                  <a:ln w="0"/>
                  <a:solidFill>
                    <a:schemeClr val="tx1"/>
                  </a:solidFill>
                  <a:effectLst>
                    <a:outerShdw blurRad="38100" dist="19050" dir="2700000" algn="tl" rotWithShape="0">
                      <a:schemeClr val="dk1">
                        <a:alpha val="40000"/>
                      </a:schemeClr>
                    </a:outerShdw>
                  </a:effectLst>
                </a:rPr>
                <a:t>月</a:t>
              </a:r>
              <a:r>
                <a:rPr kumimoji="1" lang="en-US" altLang="ja-JP" sz="1600" dirty="0">
                  <a:ln w="0"/>
                  <a:solidFill>
                    <a:schemeClr val="tx1"/>
                  </a:solidFill>
                  <a:effectLst>
                    <a:outerShdw blurRad="38100" dist="19050" dir="2700000" algn="tl" rotWithShape="0">
                      <a:schemeClr val="dk1">
                        <a:alpha val="40000"/>
                      </a:schemeClr>
                    </a:outerShdw>
                  </a:effectLst>
                </a:rPr>
                <a:t>29</a:t>
              </a:r>
              <a:r>
                <a:rPr kumimoji="1" lang="ja-JP" altLang="en-US" sz="1600" dirty="0">
                  <a:ln w="0"/>
                  <a:solidFill>
                    <a:schemeClr val="tx1"/>
                  </a:solidFill>
                  <a:effectLst>
                    <a:outerShdw blurRad="38100" dist="19050" dir="2700000" algn="tl" rotWithShape="0">
                      <a:schemeClr val="dk1">
                        <a:alpha val="40000"/>
                      </a:schemeClr>
                    </a:outerShdw>
                  </a:effectLst>
                </a:rPr>
                <a:t>日</a:t>
              </a:r>
            </a:p>
          </p:txBody>
        </p:sp>
        <p:sp>
          <p:nvSpPr>
            <p:cNvPr id="41" name="楕円 40">
              <a:extLst>
                <a:ext uri="{FF2B5EF4-FFF2-40B4-BE49-F238E27FC236}">
                  <a16:creationId xmlns:a16="http://schemas.microsoft.com/office/drawing/2014/main" id="{0C3E2841-D962-C5C7-8782-C4A7927E05E0}"/>
                </a:ext>
              </a:extLst>
            </p:cNvPr>
            <p:cNvSpPr/>
            <p:nvPr/>
          </p:nvSpPr>
          <p:spPr>
            <a:xfrm>
              <a:off x="1861458" y="2647085"/>
              <a:ext cx="489857" cy="426373"/>
            </a:xfrm>
            <a:prstGeom prst="ellipse">
              <a:avLst/>
            </a:prstGeom>
            <a:solidFill>
              <a:srgbClr val="E1D0C1"/>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B7581B35-ACE5-6023-8C70-32C357ECF433}"/>
                </a:ext>
              </a:extLst>
            </p:cNvPr>
            <p:cNvSpPr txBox="1"/>
            <p:nvPr/>
          </p:nvSpPr>
          <p:spPr>
            <a:xfrm>
              <a:off x="1918875" y="2673348"/>
              <a:ext cx="555172" cy="400110"/>
            </a:xfrm>
            <a:prstGeom prst="rect">
              <a:avLst/>
            </a:prstGeom>
            <a:noFill/>
          </p:spPr>
          <p:txBody>
            <a:bodyPr wrap="square" rtlCol="0">
              <a:spAutoFit/>
            </a:bodyPr>
            <a:lstStyle/>
            <a:p>
              <a:r>
                <a:rPr kumimoji="1" lang="ja-JP" altLang="en-US" sz="2000" b="1">
                  <a:solidFill>
                    <a:srgbClr val="5B4636"/>
                  </a:solidFill>
                </a:rPr>
                <a:t>７</a:t>
              </a:r>
            </a:p>
          </p:txBody>
        </p:sp>
      </p:grpSp>
      <p:grpSp>
        <p:nvGrpSpPr>
          <p:cNvPr id="43" name="グループ化 42">
            <a:extLst>
              <a:ext uri="{FF2B5EF4-FFF2-40B4-BE49-F238E27FC236}">
                <a16:creationId xmlns:a16="http://schemas.microsoft.com/office/drawing/2014/main" id="{38A2D88A-4E05-93A1-68D9-E4BF03A2AA37}"/>
              </a:ext>
            </a:extLst>
          </p:cNvPr>
          <p:cNvGrpSpPr/>
          <p:nvPr/>
        </p:nvGrpSpPr>
        <p:grpSpPr>
          <a:xfrm>
            <a:off x="7581501" y="4026009"/>
            <a:ext cx="2290183" cy="2293576"/>
            <a:chOff x="1010779" y="1895958"/>
            <a:chExt cx="2290183" cy="2293576"/>
          </a:xfrm>
        </p:grpSpPr>
        <p:pic>
          <p:nvPicPr>
            <p:cNvPr id="44" name="グラフィックス 43" descr="衣類のハンガー 単色塗りつぶし">
              <a:extLst>
                <a:ext uri="{FF2B5EF4-FFF2-40B4-BE49-F238E27FC236}">
                  <a16:creationId xmlns:a16="http://schemas.microsoft.com/office/drawing/2014/main" id="{B8560F35-CE47-BBE2-489F-5F66499BE7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4885" y="1895958"/>
              <a:ext cx="1230087" cy="1230087"/>
            </a:xfrm>
            <a:prstGeom prst="rect">
              <a:avLst/>
            </a:prstGeom>
          </p:spPr>
        </p:pic>
        <p:sp>
          <p:nvSpPr>
            <p:cNvPr id="45" name="四角形: 角を丸くする 44">
              <a:extLst>
                <a:ext uri="{FF2B5EF4-FFF2-40B4-BE49-F238E27FC236}">
                  <a16:creationId xmlns:a16="http://schemas.microsoft.com/office/drawing/2014/main" id="{A882556B-1520-3E25-2199-733A95CA2D6D}"/>
                </a:ext>
              </a:extLst>
            </p:cNvPr>
            <p:cNvSpPr/>
            <p:nvPr/>
          </p:nvSpPr>
          <p:spPr>
            <a:xfrm>
              <a:off x="1010779" y="2930642"/>
              <a:ext cx="2290183" cy="1258892"/>
            </a:xfrm>
            <a:prstGeom prst="roundRect">
              <a:avLst/>
            </a:prstGeom>
            <a:solidFill>
              <a:srgbClr val="EFE6DE"/>
            </a:solidFill>
            <a:ln>
              <a:solidFill>
                <a:srgbClr val="B97A56"/>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ln w="0"/>
                  <a:solidFill>
                    <a:schemeClr val="tx1"/>
                  </a:solidFill>
                  <a:effectLst>
                    <a:outerShdw blurRad="38100" dist="19050" dir="2700000" algn="tl" rotWithShape="0">
                      <a:schemeClr val="dk1">
                        <a:alpha val="40000"/>
                      </a:schemeClr>
                    </a:outerShdw>
                  </a:effectLst>
                </a:rPr>
                <a:t>結合テスト</a:t>
              </a:r>
              <a:endParaRPr lang="en-US" altLang="ja-JP" sz="2000" dirty="0">
                <a:ln w="0"/>
                <a:solidFill>
                  <a:schemeClr val="tx1"/>
                </a:solidFill>
                <a:effectLst>
                  <a:outerShdw blurRad="38100" dist="19050" dir="2700000" algn="tl" rotWithShape="0">
                    <a:schemeClr val="dk1">
                      <a:alpha val="40000"/>
                    </a:schemeClr>
                  </a:outerShdw>
                </a:effectLst>
              </a:endParaRPr>
            </a:p>
            <a:p>
              <a:pPr algn="ctr"/>
              <a:r>
                <a:rPr kumimoji="1" lang="en-US" altLang="ja-JP" sz="1600" dirty="0">
                  <a:ln w="0"/>
                  <a:solidFill>
                    <a:schemeClr val="tx1"/>
                  </a:solidFill>
                  <a:effectLst>
                    <a:outerShdw blurRad="38100" dist="19050" dir="2700000" algn="tl" rotWithShape="0">
                      <a:schemeClr val="dk1">
                        <a:alpha val="40000"/>
                      </a:schemeClr>
                    </a:outerShdw>
                  </a:effectLst>
                </a:rPr>
                <a:t>1</a:t>
              </a:r>
              <a:r>
                <a:rPr kumimoji="1" lang="ja-JP" altLang="en-US" sz="1600" dirty="0">
                  <a:ln w="0"/>
                  <a:solidFill>
                    <a:schemeClr val="tx1"/>
                  </a:solidFill>
                  <a:effectLst>
                    <a:outerShdw blurRad="38100" dist="19050" dir="2700000" algn="tl" rotWithShape="0">
                      <a:schemeClr val="dk1">
                        <a:alpha val="40000"/>
                      </a:schemeClr>
                    </a:outerShdw>
                  </a:effectLst>
                </a:rPr>
                <a:t>月</a:t>
              </a:r>
              <a:r>
                <a:rPr kumimoji="1" lang="en-US" altLang="ja-JP" sz="1600" dirty="0">
                  <a:ln w="0"/>
                  <a:solidFill>
                    <a:schemeClr val="tx1"/>
                  </a:solidFill>
                  <a:effectLst>
                    <a:outerShdw blurRad="38100" dist="19050" dir="2700000" algn="tl" rotWithShape="0">
                      <a:schemeClr val="dk1">
                        <a:alpha val="40000"/>
                      </a:schemeClr>
                    </a:outerShdw>
                  </a:effectLst>
                </a:rPr>
                <a:t>25</a:t>
              </a:r>
              <a:r>
                <a:rPr kumimoji="1" lang="ja-JP" altLang="en-US" sz="1600" dirty="0">
                  <a:ln w="0"/>
                  <a:solidFill>
                    <a:schemeClr val="tx1"/>
                  </a:solidFill>
                  <a:effectLst>
                    <a:outerShdw blurRad="38100" dist="19050" dir="2700000" algn="tl" rotWithShape="0">
                      <a:schemeClr val="dk1">
                        <a:alpha val="40000"/>
                      </a:schemeClr>
                    </a:outerShdw>
                  </a:effectLst>
                </a:rPr>
                <a:t>日</a:t>
              </a:r>
            </a:p>
          </p:txBody>
        </p:sp>
        <p:sp>
          <p:nvSpPr>
            <p:cNvPr id="46" name="楕円 45">
              <a:extLst>
                <a:ext uri="{FF2B5EF4-FFF2-40B4-BE49-F238E27FC236}">
                  <a16:creationId xmlns:a16="http://schemas.microsoft.com/office/drawing/2014/main" id="{58C943D7-3E3C-3F9F-57A7-C706D5262D5D}"/>
                </a:ext>
              </a:extLst>
            </p:cNvPr>
            <p:cNvSpPr/>
            <p:nvPr/>
          </p:nvSpPr>
          <p:spPr>
            <a:xfrm>
              <a:off x="1861458" y="2647085"/>
              <a:ext cx="489857" cy="426373"/>
            </a:xfrm>
            <a:prstGeom prst="ellipse">
              <a:avLst/>
            </a:prstGeom>
            <a:solidFill>
              <a:srgbClr val="E1D0C1"/>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テキスト ボックス 46">
              <a:extLst>
                <a:ext uri="{FF2B5EF4-FFF2-40B4-BE49-F238E27FC236}">
                  <a16:creationId xmlns:a16="http://schemas.microsoft.com/office/drawing/2014/main" id="{7A4BEC15-4BBF-779C-8947-5B675E4F2C63}"/>
                </a:ext>
              </a:extLst>
            </p:cNvPr>
            <p:cNvSpPr txBox="1"/>
            <p:nvPr/>
          </p:nvSpPr>
          <p:spPr>
            <a:xfrm>
              <a:off x="1918875" y="2673348"/>
              <a:ext cx="555172" cy="400110"/>
            </a:xfrm>
            <a:prstGeom prst="rect">
              <a:avLst/>
            </a:prstGeom>
            <a:noFill/>
          </p:spPr>
          <p:txBody>
            <a:bodyPr wrap="square" rtlCol="0">
              <a:spAutoFit/>
            </a:bodyPr>
            <a:lstStyle/>
            <a:p>
              <a:r>
                <a:rPr lang="ja-JP" altLang="en-US" sz="2000" b="1">
                  <a:solidFill>
                    <a:srgbClr val="5B4636"/>
                  </a:solidFill>
                </a:rPr>
                <a:t>８</a:t>
              </a:r>
              <a:endParaRPr kumimoji="1" lang="ja-JP" altLang="en-US" sz="2000" b="1">
                <a:solidFill>
                  <a:srgbClr val="5B4636"/>
                </a:solidFill>
              </a:endParaRPr>
            </a:p>
          </p:txBody>
        </p:sp>
      </p:grpSp>
      <p:grpSp>
        <p:nvGrpSpPr>
          <p:cNvPr id="48" name="グループ化 47">
            <a:extLst>
              <a:ext uri="{FF2B5EF4-FFF2-40B4-BE49-F238E27FC236}">
                <a16:creationId xmlns:a16="http://schemas.microsoft.com/office/drawing/2014/main" id="{E21DE754-AC2E-AC6E-2693-E95053A279EB}"/>
              </a:ext>
            </a:extLst>
          </p:cNvPr>
          <p:cNvGrpSpPr/>
          <p:nvPr/>
        </p:nvGrpSpPr>
        <p:grpSpPr>
          <a:xfrm>
            <a:off x="10177071" y="4019332"/>
            <a:ext cx="1773245" cy="2281829"/>
            <a:chOff x="1295962" y="1895958"/>
            <a:chExt cx="1773245" cy="2281829"/>
          </a:xfrm>
        </p:grpSpPr>
        <p:pic>
          <p:nvPicPr>
            <p:cNvPr id="49" name="グラフィックス 48" descr="衣類のハンガー 単色塗りつぶし">
              <a:extLst>
                <a:ext uri="{FF2B5EF4-FFF2-40B4-BE49-F238E27FC236}">
                  <a16:creationId xmlns:a16="http://schemas.microsoft.com/office/drawing/2014/main" id="{6555DF98-833F-3AF4-D984-BABDE2F538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4885" y="1895958"/>
              <a:ext cx="1230087" cy="1230087"/>
            </a:xfrm>
            <a:prstGeom prst="rect">
              <a:avLst/>
            </a:prstGeom>
          </p:spPr>
        </p:pic>
        <p:sp>
          <p:nvSpPr>
            <p:cNvPr id="50" name="四角形: 角を丸くする 49">
              <a:extLst>
                <a:ext uri="{FF2B5EF4-FFF2-40B4-BE49-F238E27FC236}">
                  <a16:creationId xmlns:a16="http://schemas.microsoft.com/office/drawing/2014/main" id="{9EC38E29-9D47-7B0D-777C-720B9A4387FF}"/>
                </a:ext>
              </a:extLst>
            </p:cNvPr>
            <p:cNvSpPr/>
            <p:nvPr/>
          </p:nvSpPr>
          <p:spPr>
            <a:xfrm>
              <a:off x="1295962" y="2918896"/>
              <a:ext cx="1773245" cy="1258891"/>
            </a:xfrm>
            <a:prstGeom prst="roundRect">
              <a:avLst/>
            </a:prstGeom>
            <a:solidFill>
              <a:srgbClr val="EFE6DE"/>
            </a:solidFill>
            <a:ln>
              <a:solidFill>
                <a:srgbClr val="B97A56"/>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ja-JP" sz="2000" dirty="0">
                  <a:ln w="0"/>
                  <a:solidFill>
                    <a:schemeClr val="tx1"/>
                  </a:solidFill>
                  <a:effectLst>
                    <a:outerShdw blurRad="38100" dist="19050" dir="2700000" algn="tl" rotWithShape="0">
                      <a:schemeClr val="dk1">
                        <a:alpha val="40000"/>
                      </a:schemeClr>
                    </a:outerShdw>
                  </a:effectLst>
                </a:rPr>
                <a:t>HEW</a:t>
              </a:r>
              <a:r>
                <a:rPr lang="ja-JP" altLang="en-US" sz="2000" dirty="0">
                  <a:ln w="0"/>
                  <a:solidFill>
                    <a:schemeClr val="tx1"/>
                  </a:solidFill>
                  <a:effectLst>
                    <a:outerShdw blurRad="38100" dist="19050" dir="2700000" algn="tl" rotWithShape="0">
                      <a:schemeClr val="dk1">
                        <a:alpha val="40000"/>
                      </a:schemeClr>
                    </a:outerShdw>
                  </a:effectLst>
                </a:rPr>
                <a:t>実施</a:t>
              </a:r>
              <a:endParaRPr lang="en-US" altLang="ja-JP" sz="2000" dirty="0">
                <a:ln w="0"/>
                <a:solidFill>
                  <a:schemeClr val="tx1"/>
                </a:solidFill>
                <a:effectLst>
                  <a:outerShdw blurRad="38100" dist="19050" dir="2700000" algn="tl" rotWithShape="0">
                    <a:schemeClr val="dk1">
                      <a:alpha val="40000"/>
                    </a:schemeClr>
                  </a:outerShdw>
                </a:effectLst>
              </a:endParaRPr>
            </a:p>
            <a:p>
              <a:pPr algn="ctr">
                <a:lnSpc>
                  <a:spcPct val="150000"/>
                </a:lnSpc>
              </a:pPr>
              <a:r>
                <a:rPr kumimoji="1" lang="en-US" altLang="ja-JP" sz="1600" dirty="0">
                  <a:ln w="0"/>
                  <a:solidFill>
                    <a:schemeClr val="tx1"/>
                  </a:solidFill>
                  <a:effectLst>
                    <a:outerShdw blurRad="38100" dist="19050" dir="2700000" algn="tl" rotWithShape="0">
                      <a:schemeClr val="dk1">
                        <a:alpha val="40000"/>
                      </a:schemeClr>
                    </a:outerShdw>
                  </a:effectLst>
                </a:rPr>
                <a:t>3</a:t>
              </a:r>
              <a:r>
                <a:rPr kumimoji="1" lang="ja-JP" altLang="en-US" sz="1600" dirty="0">
                  <a:ln w="0"/>
                  <a:solidFill>
                    <a:schemeClr val="tx1"/>
                  </a:solidFill>
                  <a:effectLst>
                    <a:outerShdw blurRad="38100" dist="19050" dir="2700000" algn="tl" rotWithShape="0">
                      <a:schemeClr val="dk1">
                        <a:alpha val="40000"/>
                      </a:schemeClr>
                    </a:outerShdw>
                  </a:effectLst>
                </a:rPr>
                <a:t>月</a:t>
              </a:r>
              <a:r>
                <a:rPr kumimoji="1" lang="en-US" altLang="ja-JP" sz="1600" dirty="0">
                  <a:ln w="0"/>
                  <a:solidFill>
                    <a:schemeClr val="tx1"/>
                  </a:solidFill>
                  <a:effectLst>
                    <a:outerShdw blurRad="38100" dist="19050" dir="2700000" algn="tl" rotWithShape="0">
                      <a:schemeClr val="dk1">
                        <a:alpha val="40000"/>
                      </a:schemeClr>
                    </a:outerShdw>
                  </a:effectLst>
                </a:rPr>
                <a:t>1</a:t>
              </a:r>
              <a:r>
                <a:rPr kumimoji="1" lang="ja-JP" altLang="en-US" sz="1600">
                  <a:ln w="0"/>
                  <a:solidFill>
                    <a:schemeClr val="tx1"/>
                  </a:solidFill>
                  <a:effectLst>
                    <a:outerShdw blurRad="38100" dist="19050" dir="2700000" algn="tl" rotWithShape="0">
                      <a:schemeClr val="dk1">
                        <a:alpha val="40000"/>
                      </a:schemeClr>
                    </a:outerShdw>
                  </a:effectLst>
                </a:rPr>
                <a:t>日</a:t>
              </a:r>
              <a:endParaRPr kumimoji="1" lang="ja-JP" altLang="en-US" sz="1600" dirty="0">
                <a:ln w="0"/>
                <a:solidFill>
                  <a:schemeClr val="tx1"/>
                </a:solidFill>
                <a:effectLst>
                  <a:outerShdw blurRad="38100" dist="19050" dir="2700000" algn="tl" rotWithShape="0">
                    <a:schemeClr val="dk1">
                      <a:alpha val="40000"/>
                    </a:schemeClr>
                  </a:outerShdw>
                </a:effectLst>
              </a:endParaRPr>
            </a:p>
          </p:txBody>
        </p:sp>
        <p:sp>
          <p:nvSpPr>
            <p:cNvPr id="51" name="楕円 50">
              <a:extLst>
                <a:ext uri="{FF2B5EF4-FFF2-40B4-BE49-F238E27FC236}">
                  <a16:creationId xmlns:a16="http://schemas.microsoft.com/office/drawing/2014/main" id="{7B60485D-0D35-EE66-1874-C89B83D507D3}"/>
                </a:ext>
              </a:extLst>
            </p:cNvPr>
            <p:cNvSpPr/>
            <p:nvPr/>
          </p:nvSpPr>
          <p:spPr>
            <a:xfrm>
              <a:off x="1861458" y="2647085"/>
              <a:ext cx="489857" cy="426373"/>
            </a:xfrm>
            <a:prstGeom prst="ellipse">
              <a:avLst/>
            </a:prstGeom>
            <a:solidFill>
              <a:srgbClr val="E1D0C1"/>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テキスト ボックス 51">
              <a:extLst>
                <a:ext uri="{FF2B5EF4-FFF2-40B4-BE49-F238E27FC236}">
                  <a16:creationId xmlns:a16="http://schemas.microsoft.com/office/drawing/2014/main" id="{13B0410C-1666-E8D5-453F-48EEC34C02BC}"/>
                </a:ext>
              </a:extLst>
            </p:cNvPr>
            <p:cNvSpPr txBox="1"/>
            <p:nvPr/>
          </p:nvSpPr>
          <p:spPr>
            <a:xfrm>
              <a:off x="1903185" y="2685967"/>
              <a:ext cx="555172" cy="400110"/>
            </a:xfrm>
            <a:prstGeom prst="rect">
              <a:avLst/>
            </a:prstGeom>
            <a:noFill/>
            <a:effectLst>
              <a:softEdge rad="31750"/>
            </a:effectLst>
          </p:spPr>
          <p:txBody>
            <a:bodyPr wrap="square" rtlCol="0">
              <a:spAutoFit/>
            </a:bodyPr>
            <a:lstStyle/>
            <a:p>
              <a:r>
                <a:rPr lang="ja-JP" altLang="en-US" sz="2000" b="1">
                  <a:solidFill>
                    <a:srgbClr val="5B4636"/>
                  </a:solidFill>
                </a:rPr>
                <a:t>９</a:t>
              </a:r>
              <a:endParaRPr kumimoji="1" lang="ja-JP" altLang="en-US" sz="2000" b="1">
                <a:solidFill>
                  <a:srgbClr val="5B4636"/>
                </a:solidFill>
              </a:endParaRPr>
            </a:p>
          </p:txBody>
        </p:sp>
      </p:grpSp>
    </p:spTree>
    <p:extLst>
      <p:ext uri="{BB962C8B-B14F-4D97-AF65-F5344CB8AC3E}">
        <p14:creationId xmlns:p14="http://schemas.microsoft.com/office/powerpoint/2010/main" val="246120580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TotalTime>
  <Words>447</Words>
  <Application>Microsoft Office PowerPoint</Application>
  <PresentationFormat>ワイド画面</PresentationFormat>
  <Paragraphs>74</Paragraphs>
  <Slides>9</Slides>
  <Notes>3</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9</vt:i4>
      </vt:variant>
    </vt:vector>
  </HeadingPairs>
  <TitlesOfParts>
    <vt:vector size="13" baseType="lpstr">
      <vt:lpstr>游ゴシック</vt:lpstr>
      <vt:lpstr>游ゴシック Light</vt:lpstr>
      <vt:lpstr>Arial</vt:lpstr>
      <vt:lpstr>Office テーマ</vt:lpstr>
      <vt:lpstr>H班</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NHIH12A20323 堀綾花</dc:creator>
  <cp:lastModifiedBy>NHIH12A20323 堀綾花</cp:lastModifiedBy>
  <cp:revision>35</cp:revision>
  <dcterms:created xsi:type="dcterms:W3CDTF">2026-07-03T02:35:49Z</dcterms:created>
  <dcterms:modified xsi:type="dcterms:W3CDTF">2026-07-17T03:31:59Z</dcterms:modified>
</cp:coreProperties>
</file>